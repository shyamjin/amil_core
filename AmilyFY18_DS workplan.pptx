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2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1D9"/>
    <a:srgbClr val="FFE9C3"/>
    <a:srgbClr val="885E01"/>
    <a:srgbClr val="FEC55A"/>
    <a:srgbClr val="EC008C"/>
    <a:srgbClr val="7294BA"/>
    <a:srgbClr val="527CA9"/>
    <a:srgbClr val="7F7989"/>
    <a:srgbClr val="FFD6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79" autoAdjust="0"/>
    <p:restoredTop sz="94434" autoAdjust="0"/>
  </p:normalViewPr>
  <p:slideViewPr>
    <p:cSldViewPr snapToGrid="0" showGuides="1">
      <p:cViewPr varScale="1">
        <p:scale>
          <a:sx n="62" d="100"/>
          <a:sy n="62" d="100"/>
        </p:scale>
        <p:origin x="1766" y="6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04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556B1-47E5-4841-AF78-A552147C4512}" type="datetimeFigureOut">
              <a:rPr lang="en-US" smtClean="0"/>
              <a:t>1/24/2018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© 2017 – Proprietary &amp; Confidential Information of Amdocs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06EA9-5B09-4754-A303-3A3F0FC82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766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50B4B-8E77-4614-AD0C-B0421D705C95}" type="datetimeFigureOut">
              <a:rPr lang="en-US" smtClean="0"/>
              <a:t>1/24/2018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© 2017 – Proprietary &amp; Confidential Information of Amdocs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382844-C493-4E5C-84EB-6E0488489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71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39"/>
          <p:cNvSpPr>
            <a:spLocks/>
          </p:cNvSpPr>
          <p:nvPr userDrawn="1"/>
        </p:nvSpPr>
        <p:spPr bwMode="auto">
          <a:xfrm>
            <a:off x="8505746" y="547688"/>
            <a:ext cx="3065010" cy="5738811"/>
          </a:xfrm>
          <a:custGeom>
            <a:avLst/>
            <a:gdLst>
              <a:gd name="T0" fmla="*/ 1896 w 1896"/>
              <a:gd name="T1" fmla="*/ 3550 h 3550"/>
              <a:gd name="T2" fmla="*/ 1025 w 1896"/>
              <a:gd name="T3" fmla="*/ 3550 h 3550"/>
              <a:gd name="T4" fmla="*/ 0 w 1896"/>
              <a:gd name="T5" fmla="*/ 0 h 3550"/>
              <a:gd name="T6" fmla="*/ 871 w 1896"/>
              <a:gd name="T7" fmla="*/ 0 h 3550"/>
              <a:gd name="T8" fmla="*/ 1896 w 1896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6" h="3550">
                <a:moveTo>
                  <a:pt x="1896" y="3550"/>
                </a:moveTo>
                <a:lnTo>
                  <a:pt x="1025" y="3550"/>
                </a:lnTo>
                <a:lnTo>
                  <a:pt x="0" y="0"/>
                </a:lnTo>
                <a:lnTo>
                  <a:pt x="871" y="0"/>
                </a:lnTo>
                <a:lnTo>
                  <a:pt x="1896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41"/>
          <p:cNvSpPr>
            <a:spLocks/>
          </p:cNvSpPr>
          <p:nvPr userDrawn="1"/>
        </p:nvSpPr>
        <p:spPr bwMode="auto">
          <a:xfrm>
            <a:off x="3140363" y="547688"/>
            <a:ext cx="4206306" cy="5738811"/>
          </a:xfrm>
          <a:custGeom>
            <a:avLst/>
            <a:gdLst>
              <a:gd name="T0" fmla="*/ 2602 w 2602"/>
              <a:gd name="T1" fmla="*/ 3550 h 3550"/>
              <a:gd name="T2" fmla="*/ 1025 w 2602"/>
              <a:gd name="T3" fmla="*/ 3550 h 3550"/>
              <a:gd name="T4" fmla="*/ 0 w 2602"/>
              <a:gd name="T5" fmla="*/ 0 h 3550"/>
              <a:gd name="T6" fmla="*/ 1578 w 2602"/>
              <a:gd name="T7" fmla="*/ 0 h 3550"/>
              <a:gd name="T8" fmla="*/ 2602 w 2602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02" h="3550">
                <a:moveTo>
                  <a:pt x="2602" y="3550"/>
                </a:moveTo>
                <a:lnTo>
                  <a:pt x="1025" y="3550"/>
                </a:lnTo>
                <a:lnTo>
                  <a:pt x="0" y="0"/>
                </a:lnTo>
                <a:lnTo>
                  <a:pt x="1578" y="0"/>
                </a:lnTo>
                <a:lnTo>
                  <a:pt x="2602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43"/>
          <p:cNvSpPr>
            <a:spLocks/>
          </p:cNvSpPr>
          <p:nvPr userDrawn="1"/>
        </p:nvSpPr>
        <p:spPr bwMode="auto">
          <a:xfrm>
            <a:off x="990329" y="547688"/>
            <a:ext cx="2195297" cy="5738811"/>
          </a:xfrm>
          <a:custGeom>
            <a:avLst/>
            <a:gdLst>
              <a:gd name="T0" fmla="*/ 1358 w 1358"/>
              <a:gd name="T1" fmla="*/ 3550 h 3550"/>
              <a:gd name="T2" fmla="*/ 1024 w 1358"/>
              <a:gd name="T3" fmla="*/ 3550 h 3550"/>
              <a:gd name="T4" fmla="*/ 0 w 1358"/>
              <a:gd name="T5" fmla="*/ 0 h 3550"/>
              <a:gd name="T6" fmla="*/ 332 w 1358"/>
              <a:gd name="T7" fmla="*/ 0 h 3550"/>
              <a:gd name="T8" fmla="*/ 1358 w 1358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8" h="3550">
                <a:moveTo>
                  <a:pt x="1358" y="3550"/>
                </a:moveTo>
                <a:lnTo>
                  <a:pt x="1024" y="3550"/>
                </a:lnTo>
                <a:lnTo>
                  <a:pt x="0" y="0"/>
                </a:lnTo>
                <a:lnTo>
                  <a:pt x="332" y="0"/>
                </a:lnTo>
                <a:lnTo>
                  <a:pt x="1358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45"/>
          <p:cNvSpPr>
            <a:spLocks/>
          </p:cNvSpPr>
          <p:nvPr userDrawn="1"/>
        </p:nvSpPr>
        <p:spPr bwMode="auto">
          <a:xfrm>
            <a:off x="6766321" y="547688"/>
            <a:ext cx="2195297" cy="5738811"/>
          </a:xfrm>
          <a:custGeom>
            <a:avLst/>
            <a:gdLst>
              <a:gd name="T0" fmla="*/ 1358 w 1358"/>
              <a:gd name="T1" fmla="*/ 3550 h 3550"/>
              <a:gd name="T2" fmla="*/ 1025 w 1358"/>
              <a:gd name="T3" fmla="*/ 3550 h 3550"/>
              <a:gd name="T4" fmla="*/ 0 w 1358"/>
              <a:gd name="T5" fmla="*/ 0 h 3550"/>
              <a:gd name="T6" fmla="*/ 333 w 1358"/>
              <a:gd name="T7" fmla="*/ 0 h 3550"/>
              <a:gd name="T8" fmla="*/ 1358 w 1358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8" h="3550">
                <a:moveTo>
                  <a:pt x="1358" y="3550"/>
                </a:moveTo>
                <a:lnTo>
                  <a:pt x="1025" y="3550"/>
                </a:lnTo>
                <a:lnTo>
                  <a:pt x="0" y="0"/>
                </a:lnTo>
                <a:lnTo>
                  <a:pt x="333" y="0"/>
                </a:lnTo>
                <a:lnTo>
                  <a:pt x="1358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47"/>
          <p:cNvSpPr>
            <a:spLocks/>
          </p:cNvSpPr>
          <p:nvPr userDrawn="1"/>
        </p:nvSpPr>
        <p:spPr bwMode="auto">
          <a:xfrm>
            <a:off x="1704852" y="547688"/>
            <a:ext cx="1808938" cy="5738811"/>
          </a:xfrm>
          <a:custGeom>
            <a:avLst/>
            <a:gdLst>
              <a:gd name="T0" fmla="*/ 1119 w 1119"/>
              <a:gd name="T1" fmla="*/ 3550 h 3550"/>
              <a:gd name="T2" fmla="*/ 1025 w 1119"/>
              <a:gd name="T3" fmla="*/ 3550 h 3550"/>
              <a:gd name="T4" fmla="*/ 0 w 1119"/>
              <a:gd name="T5" fmla="*/ 0 h 3550"/>
              <a:gd name="T6" fmla="*/ 95 w 1119"/>
              <a:gd name="T7" fmla="*/ 0 h 3550"/>
              <a:gd name="T8" fmla="*/ 1119 w 1119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19" h="3550">
                <a:moveTo>
                  <a:pt x="1119" y="3550"/>
                </a:moveTo>
                <a:lnTo>
                  <a:pt x="1025" y="3550"/>
                </a:lnTo>
                <a:lnTo>
                  <a:pt x="0" y="0"/>
                </a:lnTo>
                <a:lnTo>
                  <a:pt x="95" y="0"/>
                </a:lnTo>
                <a:lnTo>
                  <a:pt x="1119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49"/>
          <p:cNvSpPr>
            <a:spLocks/>
          </p:cNvSpPr>
          <p:nvPr userDrawn="1"/>
        </p:nvSpPr>
        <p:spPr bwMode="auto">
          <a:xfrm>
            <a:off x="5781832" y="547688"/>
            <a:ext cx="1758824" cy="5738811"/>
          </a:xfrm>
          <a:custGeom>
            <a:avLst/>
            <a:gdLst>
              <a:gd name="T0" fmla="*/ 1088 w 1088"/>
              <a:gd name="T1" fmla="*/ 3550 h 3550"/>
              <a:gd name="T2" fmla="*/ 1025 w 1088"/>
              <a:gd name="T3" fmla="*/ 3550 h 3550"/>
              <a:gd name="T4" fmla="*/ 0 w 1088"/>
              <a:gd name="T5" fmla="*/ 0 h 3550"/>
              <a:gd name="T6" fmla="*/ 62 w 1088"/>
              <a:gd name="T7" fmla="*/ 0 h 3550"/>
              <a:gd name="T8" fmla="*/ 1088 w 1088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3550">
                <a:moveTo>
                  <a:pt x="1088" y="3550"/>
                </a:moveTo>
                <a:lnTo>
                  <a:pt x="1025" y="3550"/>
                </a:lnTo>
                <a:lnTo>
                  <a:pt x="0" y="0"/>
                </a:lnTo>
                <a:lnTo>
                  <a:pt x="62" y="0"/>
                </a:lnTo>
                <a:lnTo>
                  <a:pt x="1088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51"/>
          <p:cNvSpPr>
            <a:spLocks/>
          </p:cNvSpPr>
          <p:nvPr userDrawn="1"/>
        </p:nvSpPr>
        <p:spPr bwMode="auto">
          <a:xfrm>
            <a:off x="10437543" y="547688"/>
            <a:ext cx="1862285" cy="5738811"/>
          </a:xfrm>
          <a:custGeom>
            <a:avLst/>
            <a:gdLst>
              <a:gd name="T0" fmla="*/ 1152 w 1152"/>
              <a:gd name="T1" fmla="*/ 3550 h 3550"/>
              <a:gd name="T2" fmla="*/ 1025 w 1152"/>
              <a:gd name="T3" fmla="*/ 3550 h 3550"/>
              <a:gd name="T4" fmla="*/ 0 w 1152"/>
              <a:gd name="T5" fmla="*/ 0 h 3550"/>
              <a:gd name="T6" fmla="*/ 127 w 1152"/>
              <a:gd name="T7" fmla="*/ 0 h 3550"/>
              <a:gd name="T8" fmla="*/ 1152 w 1152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3550">
                <a:moveTo>
                  <a:pt x="1152" y="3550"/>
                </a:moveTo>
                <a:lnTo>
                  <a:pt x="1025" y="3550"/>
                </a:lnTo>
                <a:lnTo>
                  <a:pt x="0" y="0"/>
                </a:lnTo>
                <a:lnTo>
                  <a:pt x="127" y="0"/>
                </a:lnTo>
                <a:lnTo>
                  <a:pt x="1152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547688"/>
            <a:ext cx="12192000" cy="5738811"/>
            <a:chOff x="0" y="547688"/>
            <a:chExt cx="12192000" cy="5738811"/>
          </a:xfrm>
        </p:grpSpPr>
        <p:sp>
          <p:nvSpPr>
            <p:cNvPr id="29" name="Freeform 38"/>
            <p:cNvSpPr>
              <a:spLocks/>
            </p:cNvSpPr>
            <p:nvPr userDrawn="1"/>
          </p:nvSpPr>
          <p:spPr bwMode="auto">
            <a:xfrm>
              <a:off x="8505746" y="547688"/>
              <a:ext cx="3065010" cy="5738811"/>
            </a:xfrm>
            <a:custGeom>
              <a:avLst/>
              <a:gdLst>
                <a:gd name="T0" fmla="*/ 1896 w 1896"/>
                <a:gd name="T1" fmla="*/ 3550 h 3550"/>
                <a:gd name="T2" fmla="*/ 1025 w 1896"/>
                <a:gd name="T3" fmla="*/ 3550 h 3550"/>
                <a:gd name="T4" fmla="*/ 0 w 1896"/>
                <a:gd name="T5" fmla="*/ 0 h 3550"/>
                <a:gd name="T6" fmla="*/ 871 w 1896"/>
                <a:gd name="T7" fmla="*/ 0 h 3550"/>
                <a:gd name="T8" fmla="*/ 1896 w 1896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6" h="3550">
                  <a:moveTo>
                    <a:pt x="1896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1896" y="3550"/>
                  </a:lnTo>
                  <a:close/>
                </a:path>
              </a:pathLst>
            </a:custGeom>
            <a:solidFill>
              <a:srgbClr val="F5F6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1" name="Freeform 40"/>
            <p:cNvSpPr>
              <a:spLocks/>
            </p:cNvSpPr>
            <p:nvPr userDrawn="1"/>
          </p:nvSpPr>
          <p:spPr bwMode="auto">
            <a:xfrm>
              <a:off x="3140363" y="547688"/>
              <a:ext cx="4206306" cy="5738811"/>
            </a:xfrm>
            <a:custGeom>
              <a:avLst/>
              <a:gdLst>
                <a:gd name="T0" fmla="*/ 2602 w 2602"/>
                <a:gd name="T1" fmla="*/ 3550 h 3550"/>
                <a:gd name="T2" fmla="*/ 1025 w 2602"/>
                <a:gd name="T3" fmla="*/ 3550 h 3550"/>
                <a:gd name="T4" fmla="*/ 0 w 2602"/>
                <a:gd name="T5" fmla="*/ 0 h 3550"/>
                <a:gd name="T6" fmla="*/ 1578 w 2602"/>
                <a:gd name="T7" fmla="*/ 0 h 3550"/>
                <a:gd name="T8" fmla="*/ 2602 w 2602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2" h="3550">
                  <a:moveTo>
                    <a:pt x="2602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1578" y="0"/>
                  </a:lnTo>
                  <a:lnTo>
                    <a:pt x="2602" y="3550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3" name="Freeform 42"/>
            <p:cNvSpPr>
              <a:spLocks/>
            </p:cNvSpPr>
            <p:nvPr userDrawn="1"/>
          </p:nvSpPr>
          <p:spPr bwMode="auto">
            <a:xfrm>
              <a:off x="990329" y="547688"/>
              <a:ext cx="2195297" cy="5738811"/>
            </a:xfrm>
            <a:custGeom>
              <a:avLst/>
              <a:gdLst>
                <a:gd name="T0" fmla="*/ 1358 w 1358"/>
                <a:gd name="T1" fmla="*/ 3550 h 3550"/>
                <a:gd name="T2" fmla="*/ 1024 w 1358"/>
                <a:gd name="T3" fmla="*/ 3550 h 3550"/>
                <a:gd name="T4" fmla="*/ 0 w 1358"/>
                <a:gd name="T5" fmla="*/ 0 h 3550"/>
                <a:gd name="T6" fmla="*/ 332 w 1358"/>
                <a:gd name="T7" fmla="*/ 0 h 3550"/>
                <a:gd name="T8" fmla="*/ 1358 w 1358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" h="3550">
                  <a:moveTo>
                    <a:pt x="1358" y="3550"/>
                  </a:moveTo>
                  <a:lnTo>
                    <a:pt x="1024" y="3550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1358" y="3550"/>
                  </a:lnTo>
                  <a:close/>
                </a:path>
              </a:pathLst>
            </a:custGeom>
            <a:solidFill>
              <a:srgbClr val="F2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5" name="Freeform 44"/>
            <p:cNvSpPr>
              <a:spLocks/>
            </p:cNvSpPr>
            <p:nvPr userDrawn="1"/>
          </p:nvSpPr>
          <p:spPr bwMode="auto">
            <a:xfrm>
              <a:off x="6766321" y="547688"/>
              <a:ext cx="2195297" cy="5738811"/>
            </a:xfrm>
            <a:custGeom>
              <a:avLst/>
              <a:gdLst>
                <a:gd name="T0" fmla="*/ 1358 w 1358"/>
                <a:gd name="T1" fmla="*/ 3550 h 3550"/>
                <a:gd name="T2" fmla="*/ 1025 w 1358"/>
                <a:gd name="T3" fmla="*/ 3550 h 3550"/>
                <a:gd name="T4" fmla="*/ 0 w 1358"/>
                <a:gd name="T5" fmla="*/ 0 h 3550"/>
                <a:gd name="T6" fmla="*/ 333 w 1358"/>
                <a:gd name="T7" fmla="*/ 0 h 3550"/>
                <a:gd name="T8" fmla="*/ 1358 w 1358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" h="3550">
                  <a:moveTo>
                    <a:pt x="1358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333" y="0"/>
                  </a:lnTo>
                  <a:lnTo>
                    <a:pt x="1358" y="3550"/>
                  </a:lnTo>
                  <a:close/>
                </a:path>
              </a:pathLst>
            </a:custGeom>
            <a:solidFill>
              <a:srgbClr val="F2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8" name="Freeform 46"/>
            <p:cNvSpPr>
              <a:spLocks/>
            </p:cNvSpPr>
            <p:nvPr userDrawn="1"/>
          </p:nvSpPr>
          <p:spPr bwMode="auto">
            <a:xfrm>
              <a:off x="1704852" y="547688"/>
              <a:ext cx="1808938" cy="5738811"/>
            </a:xfrm>
            <a:custGeom>
              <a:avLst/>
              <a:gdLst>
                <a:gd name="T0" fmla="*/ 1119 w 1119"/>
                <a:gd name="T1" fmla="*/ 3550 h 3550"/>
                <a:gd name="T2" fmla="*/ 1025 w 1119"/>
                <a:gd name="T3" fmla="*/ 3550 h 3550"/>
                <a:gd name="T4" fmla="*/ 0 w 1119"/>
                <a:gd name="T5" fmla="*/ 0 h 3550"/>
                <a:gd name="T6" fmla="*/ 95 w 1119"/>
                <a:gd name="T7" fmla="*/ 0 h 3550"/>
                <a:gd name="T8" fmla="*/ 1119 w 1119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9" h="3550">
                  <a:moveTo>
                    <a:pt x="1119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95" y="0"/>
                  </a:lnTo>
                  <a:lnTo>
                    <a:pt x="1119" y="3550"/>
                  </a:lnTo>
                  <a:close/>
                </a:path>
              </a:pathLst>
            </a:custGeom>
            <a:solidFill>
              <a:srgbClr val="ECE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40" name="Freeform 48"/>
            <p:cNvSpPr>
              <a:spLocks/>
            </p:cNvSpPr>
            <p:nvPr userDrawn="1"/>
          </p:nvSpPr>
          <p:spPr bwMode="auto">
            <a:xfrm>
              <a:off x="5781832" y="547688"/>
              <a:ext cx="1758824" cy="5738811"/>
            </a:xfrm>
            <a:custGeom>
              <a:avLst/>
              <a:gdLst>
                <a:gd name="T0" fmla="*/ 1088 w 1088"/>
                <a:gd name="T1" fmla="*/ 3550 h 3550"/>
                <a:gd name="T2" fmla="*/ 1025 w 1088"/>
                <a:gd name="T3" fmla="*/ 3550 h 3550"/>
                <a:gd name="T4" fmla="*/ 0 w 1088"/>
                <a:gd name="T5" fmla="*/ 0 h 3550"/>
                <a:gd name="T6" fmla="*/ 62 w 1088"/>
                <a:gd name="T7" fmla="*/ 0 h 3550"/>
                <a:gd name="T8" fmla="*/ 1088 w 1088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8" h="3550">
                  <a:moveTo>
                    <a:pt x="1088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62" y="0"/>
                  </a:lnTo>
                  <a:lnTo>
                    <a:pt x="1088" y="3550"/>
                  </a:lnTo>
                  <a:close/>
                </a:path>
              </a:pathLst>
            </a:custGeom>
            <a:solidFill>
              <a:srgbClr val="ECE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27" name="Freeform: Shape 26"/>
            <p:cNvSpPr>
              <a:spLocks/>
            </p:cNvSpPr>
            <p:nvPr userDrawn="1"/>
          </p:nvSpPr>
          <p:spPr bwMode="auto">
            <a:xfrm>
              <a:off x="10437543" y="547688"/>
              <a:ext cx="1754457" cy="5738811"/>
            </a:xfrm>
            <a:custGeom>
              <a:avLst/>
              <a:gdLst>
                <a:gd name="connsiteX0" fmla="*/ 0 w 1754457"/>
                <a:gd name="connsiteY0" fmla="*/ 0 h 5738811"/>
                <a:gd name="connsiteX1" fmla="*/ 205304 w 1754457"/>
                <a:gd name="connsiteY1" fmla="*/ 0 h 5738811"/>
                <a:gd name="connsiteX2" fmla="*/ 1754457 w 1754457"/>
                <a:gd name="connsiteY2" fmla="*/ 5365358 h 5738811"/>
                <a:gd name="connsiteX3" fmla="*/ 1754457 w 1754457"/>
                <a:gd name="connsiteY3" fmla="*/ 5738811 h 5738811"/>
                <a:gd name="connsiteX4" fmla="*/ 1656981 w 1754457"/>
                <a:gd name="connsiteY4" fmla="*/ 5738811 h 573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4457" h="5738811">
                  <a:moveTo>
                    <a:pt x="0" y="0"/>
                  </a:moveTo>
                  <a:lnTo>
                    <a:pt x="205304" y="0"/>
                  </a:lnTo>
                  <a:lnTo>
                    <a:pt x="1754457" y="5365358"/>
                  </a:lnTo>
                  <a:lnTo>
                    <a:pt x="1754457" y="5738811"/>
                  </a:lnTo>
                  <a:lnTo>
                    <a:pt x="1656981" y="5738811"/>
                  </a:lnTo>
                  <a:close/>
                </a:path>
              </a:pathLst>
            </a:custGeom>
            <a:solidFill>
              <a:srgbClr val="EFF0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7" name="Freeform: Shape 36"/>
            <p:cNvSpPr>
              <a:spLocks/>
            </p:cNvSpPr>
            <p:nvPr userDrawn="1"/>
          </p:nvSpPr>
          <p:spPr bwMode="auto">
            <a:xfrm>
              <a:off x="0" y="550921"/>
              <a:ext cx="2178506" cy="5735578"/>
            </a:xfrm>
            <a:custGeom>
              <a:avLst/>
              <a:gdLst>
                <a:gd name="connsiteX0" fmla="*/ 0 w 2178506"/>
                <a:gd name="connsiteY0" fmla="*/ 0 h 5735578"/>
                <a:gd name="connsiteX1" fmla="*/ 519909 w 2178506"/>
                <a:gd name="connsiteY1" fmla="*/ 0 h 5735578"/>
                <a:gd name="connsiteX2" fmla="*/ 2178506 w 2178506"/>
                <a:gd name="connsiteY2" fmla="*/ 5735578 h 5735578"/>
                <a:gd name="connsiteX3" fmla="*/ 0 w 2178506"/>
                <a:gd name="connsiteY3" fmla="*/ 5735578 h 5735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506" h="5735578">
                  <a:moveTo>
                    <a:pt x="0" y="0"/>
                  </a:moveTo>
                  <a:lnTo>
                    <a:pt x="519909" y="0"/>
                  </a:lnTo>
                  <a:lnTo>
                    <a:pt x="2178506" y="5735578"/>
                  </a:lnTo>
                  <a:lnTo>
                    <a:pt x="0" y="5735578"/>
                  </a:lnTo>
                  <a:close/>
                </a:path>
              </a:pathLst>
            </a:custGeom>
            <a:solidFill>
              <a:srgbClr val="F5F6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/>
            </a:p>
          </p:txBody>
        </p:sp>
      </p:grpSp>
      <p:sp>
        <p:nvSpPr>
          <p:cNvPr id="46" name="Freeform 53"/>
          <p:cNvSpPr>
            <a:spLocks/>
          </p:cNvSpPr>
          <p:nvPr userDrawn="1"/>
        </p:nvSpPr>
        <p:spPr bwMode="auto">
          <a:xfrm>
            <a:off x="-89537" y="550921"/>
            <a:ext cx="2268043" cy="5735578"/>
          </a:xfrm>
          <a:custGeom>
            <a:avLst/>
            <a:gdLst>
              <a:gd name="T0" fmla="*/ 1403 w 1403"/>
              <a:gd name="T1" fmla="*/ 3548 h 3548"/>
              <a:gd name="T2" fmla="*/ 0 w 1403"/>
              <a:gd name="T3" fmla="*/ 3548 h 3548"/>
              <a:gd name="T4" fmla="*/ 0 w 1403"/>
              <a:gd name="T5" fmla="*/ 0 h 3548"/>
              <a:gd name="T6" fmla="*/ 377 w 1403"/>
              <a:gd name="T7" fmla="*/ 0 h 3548"/>
              <a:gd name="T8" fmla="*/ 1403 w 1403"/>
              <a:gd name="T9" fmla="*/ 3548 h 3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03" h="3548">
                <a:moveTo>
                  <a:pt x="1403" y="3548"/>
                </a:moveTo>
                <a:lnTo>
                  <a:pt x="0" y="3548"/>
                </a:lnTo>
                <a:lnTo>
                  <a:pt x="0" y="0"/>
                </a:lnTo>
                <a:lnTo>
                  <a:pt x="377" y="0"/>
                </a:lnTo>
                <a:lnTo>
                  <a:pt x="1403" y="354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49275" y="1830745"/>
            <a:ext cx="11093450" cy="615553"/>
          </a:xfrm>
        </p:spPr>
        <p:txBody>
          <a:bodyPr anchor="b" anchorCtr="0"/>
          <a:lstStyle>
            <a:lvl1pPr algn="ctr">
              <a:defRPr sz="4000" cap="none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47937" y="3886384"/>
            <a:ext cx="7096126" cy="482183"/>
          </a:xfrm>
        </p:spPr>
        <p:txBody>
          <a:bodyPr wrap="square">
            <a:spAutoFit/>
          </a:bodyPr>
          <a:lstStyle>
            <a:lvl1pPr marL="0" indent="0" algn="ctr">
              <a:spcBef>
                <a:spcPts val="40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50" name="Rectangle 2049"/>
          <p:cNvSpPr/>
          <p:nvPr userDrawn="1"/>
        </p:nvSpPr>
        <p:spPr>
          <a:xfrm>
            <a:off x="0" y="0"/>
            <a:ext cx="12188952" cy="73152"/>
          </a:xfrm>
          <a:prstGeom prst="rect">
            <a:avLst/>
          </a:pr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67" name="Freeform: Shape 44"/>
          <p:cNvSpPr>
            <a:spLocks/>
          </p:cNvSpPr>
          <p:nvPr userDrawn="1"/>
        </p:nvSpPr>
        <p:spPr bwMode="auto">
          <a:xfrm flipH="1">
            <a:off x="5775960" y="3392424"/>
            <a:ext cx="640080" cy="73152"/>
          </a:xfrm>
          <a:custGeom>
            <a:avLst/>
            <a:gdLst>
              <a:gd name="connsiteX0" fmla="*/ 833364 w 866779"/>
              <a:gd name="connsiteY0" fmla="*/ 91133 h 91133"/>
              <a:gd name="connsiteX1" fmla="*/ 0 w 866779"/>
              <a:gd name="connsiteY1" fmla="*/ 91133 h 91133"/>
              <a:gd name="connsiteX2" fmla="*/ 742 w 866779"/>
              <a:gd name="connsiteY2" fmla="*/ 89110 h 91133"/>
              <a:gd name="connsiteX3" fmla="*/ 0 w 866779"/>
              <a:gd name="connsiteY3" fmla="*/ 89108 h 91133"/>
              <a:gd name="connsiteX4" fmla="*/ 33416 w 866779"/>
              <a:gd name="connsiteY4" fmla="*/ 0 h 91133"/>
              <a:gd name="connsiteX5" fmla="*/ 866779 w 866779"/>
              <a:gd name="connsiteY5" fmla="*/ 0 h 91133"/>
              <a:gd name="connsiteX6" fmla="*/ 866037 w 866779"/>
              <a:gd name="connsiteY6" fmla="*/ 2024 h 91133"/>
              <a:gd name="connsiteX7" fmla="*/ 866779 w 866779"/>
              <a:gd name="connsiteY7" fmla="*/ 2025 h 9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6779" h="91133">
                <a:moveTo>
                  <a:pt x="833364" y="91133"/>
                </a:moveTo>
                <a:lnTo>
                  <a:pt x="0" y="91133"/>
                </a:lnTo>
                <a:lnTo>
                  <a:pt x="742" y="89110"/>
                </a:lnTo>
                <a:lnTo>
                  <a:pt x="0" y="89108"/>
                </a:lnTo>
                <a:lnTo>
                  <a:pt x="33416" y="0"/>
                </a:lnTo>
                <a:lnTo>
                  <a:pt x="866779" y="0"/>
                </a:lnTo>
                <a:lnTo>
                  <a:pt x="866037" y="2024"/>
                </a:lnTo>
                <a:lnTo>
                  <a:pt x="866779" y="2025"/>
                </a:lnTo>
                <a:close/>
              </a:path>
            </a:pathLst>
          </a:custGeom>
          <a:gradFill flip="none" rotWithShape="1">
            <a:gsLst>
              <a:gs pos="100000">
                <a:srgbClr val="FDB515"/>
              </a:gs>
              <a:gs pos="0">
                <a:srgbClr val="EC008C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49275" y="2628076"/>
            <a:ext cx="11093450" cy="525463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81315" y="5490035"/>
            <a:ext cx="829370" cy="55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66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0" y="547688"/>
            <a:ext cx="12192000" cy="5738811"/>
            <a:chOff x="0" y="547688"/>
            <a:chExt cx="12192000" cy="5738811"/>
          </a:xfrm>
        </p:grpSpPr>
        <p:sp>
          <p:nvSpPr>
            <p:cNvPr id="42" name="Freeform 38"/>
            <p:cNvSpPr>
              <a:spLocks/>
            </p:cNvSpPr>
            <p:nvPr userDrawn="1"/>
          </p:nvSpPr>
          <p:spPr bwMode="auto">
            <a:xfrm>
              <a:off x="8505746" y="547688"/>
              <a:ext cx="3065010" cy="5738811"/>
            </a:xfrm>
            <a:custGeom>
              <a:avLst/>
              <a:gdLst>
                <a:gd name="T0" fmla="*/ 1896 w 1896"/>
                <a:gd name="T1" fmla="*/ 3550 h 3550"/>
                <a:gd name="T2" fmla="*/ 1025 w 1896"/>
                <a:gd name="T3" fmla="*/ 3550 h 3550"/>
                <a:gd name="T4" fmla="*/ 0 w 1896"/>
                <a:gd name="T5" fmla="*/ 0 h 3550"/>
                <a:gd name="T6" fmla="*/ 871 w 1896"/>
                <a:gd name="T7" fmla="*/ 0 h 3550"/>
                <a:gd name="T8" fmla="*/ 1896 w 1896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6" h="3550">
                  <a:moveTo>
                    <a:pt x="1896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1896" y="3550"/>
                  </a:lnTo>
                  <a:close/>
                </a:path>
              </a:pathLst>
            </a:custGeom>
            <a:solidFill>
              <a:srgbClr val="F5F6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44" name="Freeform 40"/>
            <p:cNvSpPr>
              <a:spLocks/>
            </p:cNvSpPr>
            <p:nvPr userDrawn="1"/>
          </p:nvSpPr>
          <p:spPr bwMode="auto">
            <a:xfrm>
              <a:off x="3140363" y="547688"/>
              <a:ext cx="4206306" cy="5738811"/>
            </a:xfrm>
            <a:custGeom>
              <a:avLst/>
              <a:gdLst>
                <a:gd name="T0" fmla="*/ 2602 w 2602"/>
                <a:gd name="T1" fmla="*/ 3550 h 3550"/>
                <a:gd name="T2" fmla="*/ 1025 w 2602"/>
                <a:gd name="T3" fmla="*/ 3550 h 3550"/>
                <a:gd name="T4" fmla="*/ 0 w 2602"/>
                <a:gd name="T5" fmla="*/ 0 h 3550"/>
                <a:gd name="T6" fmla="*/ 1578 w 2602"/>
                <a:gd name="T7" fmla="*/ 0 h 3550"/>
                <a:gd name="T8" fmla="*/ 2602 w 2602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2" h="3550">
                  <a:moveTo>
                    <a:pt x="2602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1578" y="0"/>
                  </a:lnTo>
                  <a:lnTo>
                    <a:pt x="2602" y="3550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45" name="Freeform 42"/>
            <p:cNvSpPr>
              <a:spLocks/>
            </p:cNvSpPr>
            <p:nvPr userDrawn="1"/>
          </p:nvSpPr>
          <p:spPr bwMode="auto">
            <a:xfrm>
              <a:off x="990329" y="547688"/>
              <a:ext cx="2195297" cy="5738811"/>
            </a:xfrm>
            <a:custGeom>
              <a:avLst/>
              <a:gdLst>
                <a:gd name="T0" fmla="*/ 1358 w 1358"/>
                <a:gd name="T1" fmla="*/ 3550 h 3550"/>
                <a:gd name="T2" fmla="*/ 1024 w 1358"/>
                <a:gd name="T3" fmla="*/ 3550 h 3550"/>
                <a:gd name="T4" fmla="*/ 0 w 1358"/>
                <a:gd name="T5" fmla="*/ 0 h 3550"/>
                <a:gd name="T6" fmla="*/ 332 w 1358"/>
                <a:gd name="T7" fmla="*/ 0 h 3550"/>
                <a:gd name="T8" fmla="*/ 1358 w 1358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" h="3550">
                  <a:moveTo>
                    <a:pt x="1358" y="3550"/>
                  </a:moveTo>
                  <a:lnTo>
                    <a:pt x="1024" y="3550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1358" y="3550"/>
                  </a:lnTo>
                  <a:close/>
                </a:path>
              </a:pathLst>
            </a:custGeom>
            <a:solidFill>
              <a:srgbClr val="F2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47" name="Freeform 44"/>
            <p:cNvSpPr>
              <a:spLocks/>
            </p:cNvSpPr>
            <p:nvPr userDrawn="1"/>
          </p:nvSpPr>
          <p:spPr bwMode="auto">
            <a:xfrm>
              <a:off x="6766321" y="547688"/>
              <a:ext cx="2195297" cy="5738811"/>
            </a:xfrm>
            <a:custGeom>
              <a:avLst/>
              <a:gdLst>
                <a:gd name="T0" fmla="*/ 1358 w 1358"/>
                <a:gd name="T1" fmla="*/ 3550 h 3550"/>
                <a:gd name="T2" fmla="*/ 1025 w 1358"/>
                <a:gd name="T3" fmla="*/ 3550 h 3550"/>
                <a:gd name="T4" fmla="*/ 0 w 1358"/>
                <a:gd name="T5" fmla="*/ 0 h 3550"/>
                <a:gd name="T6" fmla="*/ 333 w 1358"/>
                <a:gd name="T7" fmla="*/ 0 h 3550"/>
                <a:gd name="T8" fmla="*/ 1358 w 1358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" h="3550">
                  <a:moveTo>
                    <a:pt x="1358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333" y="0"/>
                  </a:lnTo>
                  <a:lnTo>
                    <a:pt x="1358" y="3550"/>
                  </a:lnTo>
                  <a:close/>
                </a:path>
              </a:pathLst>
            </a:custGeom>
            <a:solidFill>
              <a:srgbClr val="F2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48" name="Freeform 46"/>
            <p:cNvSpPr>
              <a:spLocks/>
            </p:cNvSpPr>
            <p:nvPr userDrawn="1"/>
          </p:nvSpPr>
          <p:spPr bwMode="auto">
            <a:xfrm>
              <a:off x="1704852" y="547688"/>
              <a:ext cx="1808938" cy="5738811"/>
            </a:xfrm>
            <a:custGeom>
              <a:avLst/>
              <a:gdLst>
                <a:gd name="T0" fmla="*/ 1119 w 1119"/>
                <a:gd name="T1" fmla="*/ 3550 h 3550"/>
                <a:gd name="T2" fmla="*/ 1025 w 1119"/>
                <a:gd name="T3" fmla="*/ 3550 h 3550"/>
                <a:gd name="T4" fmla="*/ 0 w 1119"/>
                <a:gd name="T5" fmla="*/ 0 h 3550"/>
                <a:gd name="T6" fmla="*/ 95 w 1119"/>
                <a:gd name="T7" fmla="*/ 0 h 3550"/>
                <a:gd name="T8" fmla="*/ 1119 w 1119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9" h="3550">
                  <a:moveTo>
                    <a:pt x="1119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95" y="0"/>
                  </a:lnTo>
                  <a:lnTo>
                    <a:pt x="1119" y="3550"/>
                  </a:lnTo>
                  <a:close/>
                </a:path>
              </a:pathLst>
            </a:custGeom>
            <a:solidFill>
              <a:srgbClr val="ECE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49" name="Freeform 48"/>
            <p:cNvSpPr>
              <a:spLocks/>
            </p:cNvSpPr>
            <p:nvPr userDrawn="1"/>
          </p:nvSpPr>
          <p:spPr bwMode="auto">
            <a:xfrm>
              <a:off x="5781832" y="547688"/>
              <a:ext cx="1758824" cy="5738811"/>
            </a:xfrm>
            <a:custGeom>
              <a:avLst/>
              <a:gdLst>
                <a:gd name="T0" fmla="*/ 1088 w 1088"/>
                <a:gd name="T1" fmla="*/ 3550 h 3550"/>
                <a:gd name="T2" fmla="*/ 1025 w 1088"/>
                <a:gd name="T3" fmla="*/ 3550 h 3550"/>
                <a:gd name="T4" fmla="*/ 0 w 1088"/>
                <a:gd name="T5" fmla="*/ 0 h 3550"/>
                <a:gd name="T6" fmla="*/ 62 w 1088"/>
                <a:gd name="T7" fmla="*/ 0 h 3550"/>
                <a:gd name="T8" fmla="*/ 1088 w 1088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8" h="3550">
                  <a:moveTo>
                    <a:pt x="1088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62" y="0"/>
                  </a:lnTo>
                  <a:lnTo>
                    <a:pt x="1088" y="3550"/>
                  </a:lnTo>
                  <a:close/>
                </a:path>
              </a:pathLst>
            </a:custGeom>
            <a:solidFill>
              <a:srgbClr val="ECE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50" name="Freeform: Shape 49"/>
            <p:cNvSpPr>
              <a:spLocks/>
            </p:cNvSpPr>
            <p:nvPr userDrawn="1"/>
          </p:nvSpPr>
          <p:spPr bwMode="auto">
            <a:xfrm>
              <a:off x="10437543" y="547688"/>
              <a:ext cx="1754457" cy="5738811"/>
            </a:xfrm>
            <a:custGeom>
              <a:avLst/>
              <a:gdLst>
                <a:gd name="connsiteX0" fmla="*/ 0 w 1754457"/>
                <a:gd name="connsiteY0" fmla="*/ 0 h 5738811"/>
                <a:gd name="connsiteX1" fmla="*/ 205304 w 1754457"/>
                <a:gd name="connsiteY1" fmla="*/ 0 h 5738811"/>
                <a:gd name="connsiteX2" fmla="*/ 1754457 w 1754457"/>
                <a:gd name="connsiteY2" fmla="*/ 5365358 h 5738811"/>
                <a:gd name="connsiteX3" fmla="*/ 1754457 w 1754457"/>
                <a:gd name="connsiteY3" fmla="*/ 5738811 h 5738811"/>
                <a:gd name="connsiteX4" fmla="*/ 1656981 w 1754457"/>
                <a:gd name="connsiteY4" fmla="*/ 5738811 h 573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4457" h="5738811">
                  <a:moveTo>
                    <a:pt x="0" y="0"/>
                  </a:moveTo>
                  <a:lnTo>
                    <a:pt x="205304" y="0"/>
                  </a:lnTo>
                  <a:lnTo>
                    <a:pt x="1754457" y="5365358"/>
                  </a:lnTo>
                  <a:lnTo>
                    <a:pt x="1754457" y="5738811"/>
                  </a:lnTo>
                  <a:lnTo>
                    <a:pt x="1656981" y="5738811"/>
                  </a:lnTo>
                  <a:close/>
                </a:path>
              </a:pathLst>
            </a:custGeom>
            <a:solidFill>
              <a:srgbClr val="EFF0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51" name="Freeform: Shape 50"/>
            <p:cNvSpPr>
              <a:spLocks/>
            </p:cNvSpPr>
            <p:nvPr userDrawn="1"/>
          </p:nvSpPr>
          <p:spPr bwMode="auto">
            <a:xfrm>
              <a:off x="0" y="550921"/>
              <a:ext cx="2178506" cy="5735578"/>
            </a:xfrm>
            <a:custGeom>
              <a:avLst/>
              <a:gdLst>
                <a:gd name="connsiteX0" fmla="*/ 0 w 2178506"/>
                <a:gd name="connsiteY0" fmla="*/ 0 h 5735578"/>
                <a:gd name="connsiteX1" fmla="*/ 519909 w 2178506"/>
                <a:gd name="connsiteY1" fmla="*/ 0 h 5735578"/>
                <a:gd name="connsiteX2" fmla="*/ 2178506 w 2178506"/>
                <a:gd name="connsiteY2" fmla="*/ 5735578 h 5735578"/>
                <a:gd name="connsiteX3" fmla="*/ 0 w 2178506"/>
                <a:gd name="connsiteY3" fmla="*/ 5735578 h 5735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506" h="5735578">
                  <a:moveTo>
                    <a:pt x="0" y="0"/>
                  </a:moveTo>
                  <a:lnTo>
                    <a:pt x="519909" y="0"/>
                  </a:lnTo>
                  <a:lnTo>
                    <a:pt x="2178506" y="5735578"/>
                  </a:lnTo>
                  <a:lnTo>
                    <a:pt x="0" y="5735578"/>
                  </a:lnTo>
                  <a:close/>
                </a:path>
              </a:pathLst>
            </a:custGeom>
            <a:solidFill>
              <a:srgbClr val="F5F6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/>
            </a:p>
          </p:txBody>
        </p:sp>
      </p:grpSp>
      <p:sp>
        <p:nvSpPr>
          <p:cNvPr id="30" name="Freeform 39"/>
          <p:cNvSpPr>
            <a:spLocks/>
          </p:cNvSpPr>
          <p:nvPr userDrawn="1"/>
        </p:nvSpPr>
        <p:spPr bwMode="auto">
          <a:xfrm>
            <a:off x="8505746" y="547688"/>
            <a:ext cx="3065010" cy="5738811"/>
          </a:xfrm>
          <a:custGeom>
            <a:avLst/>
            <a:gdLst>
              <a:gd name="T0" fmla="*/ 1896 w 1896"/>
              <a:gd name="T1" fmla="*/ 3550 h 3550"/>
              <a:gd name="T2" fmla="*/ 1025 w 1896"/>
              <a:gd name="T3" fmla="*/ 3550 h 3550"/>
              <a:gd name="T4" fmla="*/ 0 w 1896"/>
              <a:gd name="T5" fmla="*/ 0 h 3550"/>
              <a:gd name="T6" fmla="*/ 871 w 1896"/>
              <a:gd name="T7" fmla="*/ 0 h 3550"/>
              <a:gd name="T8" fmla="*/ 1896 w 1896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6" h="3550">
                <a:moveTo>
                  <a:pt x="1896" y="3550"/>
                </a:moveTo>
                <a:lnTo>
                  <a:pt x="1025" y="3550"/>
                </a:lnTo>
                <a:lnTo>
                  <a:pt x="0" y="0"/>
                </a:lnTo>
                <a:lnTo>
                  <a:pt x="871" y="0"/>
                </a:lnTo>
                <a:lnTo>
                  <a:pt x="1896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41"/>
          <p:cNvSpPr>
            <a:spLocks/>
          </p:cNvSpPr>
          <p:nvPr userDrawn="1"/>
        </p:nvSpPr>
        <p:spPr bwMode="auto">
          <a:xfrm>
            <a:off x="3140363" y="547688"/>
            <a:ext cx="4206306" cy="5738811"/>
          </a:xfrm>
          <a:custGeom>
            <a:avLst/>
            <a:gdLst>
              <a:gd name="T0" fmla="*/ 2602 w 2602"/>
              <a:gd name="T1" fmla="*/ 3550 h 3550"/>
              <a:gd name="T2" fmla="*/ 1025 w 2602"/>
              <a:gd name="T3" fmla="*/ 3550 h 3550"/>
              <a:gd name="T4" fmla="*/ 0 w 2602"/>
              <a:gd name="T5" fmla="*/ 0 h 3550"/>
              <a:gd name="T6" fmla="*/ 1578 w 2602"/>
              <a:gd name="T7" fmla="*/ 0 h 3550"/>
              <a:gd name="T8" fmla="*/ 2602 w 2602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02" h="3550">
                <a:moveTo>
                  <a:pt x="2602" y="3550"/>
                </a:moveTo>
                <a:lnTo>
                  <a:pt x="1025" y="3550"/>
                </a:lnTo>
                <a:lnTo>
                  <a:pt x="0" y="0"/>
                </a:lnTo>
                <a:lnTo>
                  <a:pt x="1578" y="0"/>
                </a:lnTo>
                <a:lnTo>
                  <a:pt x="2602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43"/>
          <p:cNvSpPr>
            <a:spLocks/>
          </p:cNvSpPr>
          <p:nvPr userDrawn="1"/>
        </p:nvSpPr>
        <p:spPr bwMode="auto">
          <a:xfrm>
            <a:off x="990329" y="547688"/>
            <a:ext cx="2195297" cy="5738811"/>
          </a:xfrm>
          <a:custGeom>
            <a:avLst/>
            <a:gdLst>
              <a:gd name="T0" fmla="*/ 1358 w 1358"/>
              <a:gd name="T1" fmla="*/ 3550 h 3550"/>
              <a:gd name="T2" fmla="*/ 1024 w 1358"/>
              <a:gd name="T3" fmla="*/ 3550 h 3550"/>
              <a:gd name="T4" fmla="*/ 0 w 1358"/>
              <a:gd name="T5" fmla="*/ 0 h 3550"/>
              <a:gd name="T6" fmla="*/ 332 w 1358"/>
              <a:gd name="T7" fmla="*/ 0 h 3550"/>
              <a:gd name="T8" fmla="*/ 1358 w 1358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8" h="3550">
                <a:moveTo>
                  <a:pt x="1358" y="3550"/>
                </a:moveTo>
                <a:lnTo>
                  <a:pt x="1024" y="3550"/>
                </a:lnTo>
                <a:lnTo>
                  <a:pt x="0" y="0"/>
                </a:lnTo>
                <a:lnTo>
                  <a:pt x="332" y="0"/>
                </a:lnTo>
                <a:lnTo>
                  <a:pt x="1358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45"/>
          <p:cNvSpPr>
            <a:spLocks/>
          </p:cNvSpPr>
          <p:nvPr userDrawn="1"/>
        </p:nvSpPr>
        <p:spPr bwMode="auto">
          <a:xfrm>
            <a:off x="6766321" y="547688"/>
            <a:ext cx="2195297" cy="5738811"/>
          </a:xfrm>
          <a:custGeom>
            <a:avLst/>
            <a:gdLst>
              <a:gd name="T0" fmla="*/ 1358 w 1358"/>
              <a:gd name="T1" fmla="*/ 3550 h 3550"/>
              <a:gd name="T2" fmla="*/ 1025 w 1358"/>
              <a:gd name="T3" fmla="*/ 3550 h 3550"/>
              <a:gd name="T4" fmla="*/ 0 w 1358"/>
              <a:gd name="T5" fmla="*/ 0 h 3550"/>
              <a:gd name="T6" fmla="*/ 333 w 1358"/>
              <a:gd name="T7" fmla="*/ 0 h 3550"/>
              <a:gd name="T8" fmla="*/ 1358 w 1358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8" h="3550">
                <a:moveTo>
                  <a:pt x="1358" y="3550"/>
                </a:moveTo>
                <a:lnTo>
                  <a:pt x="1025" y="3550"/>
                </a:lnTo>
                <a:lnTo>
                  <a:pt x="0" y="0"/>
                </a:lnTo>
                <a:lnTo>
                  <a:pt x="333" y="0"/>
                </a:lnTo>
                <a:lnTo>
                  <a:pt x="1358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47"/>
          <p:cNvSpPr>
            <a:spLocks/>
          </p:cNvSpPr>
          <p:nvPr userDrawn="1"/>
        </p:nvSpPr>
        <p:spPr bwMode="auto">
          <a:xfrm>
            <a:off x="1704852" y="547688"/>
            <a:ext cx="1808938" cy="5738811"/>
          </a:xfrm>
          <a:custGeom>
            <a:avLst/>
            <a:gdLst>
              <a:gd name="T0" fmla="*/ 1119 w 1119"/>
              <a:gd name="T1" fmla="*/ 3550 h 3550"/>
              <a:gd name="T2" fmla="*/ 1025 w 1119"/>
              <a:gd name="T3" fmla="*/ 3550 h 3550"/>
              <a:gd name="T4" fmla="*/ 0 w 1119"/>
              <a:gd name="T5" fmla="*/ 0 h 3550"/>
              <a:gd name="T6" fmla="*/ 95 w 1119"/>
              <a:gd name="T7" fmla="*/ 0 h 3550"/>
              <a:gd name="T8" fmla="*/ 1119 w 1119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19" h="3550">
                <a:moveTo>
                  <a:pt x="1119" y="3550"/>
                </a:moveTo>
                <a:lnTo>
                  <a:pt x="1025" y="3550"/>
                </a:lnTo>
                <a:lnTo>
                  <a:pt x="0" y="0"/>
                </a:lnTo>
                <a:lnTo>
                  <a:pt x="95" y="0"/>
                </a:lnTo>
                <a:lnTo>
                  <a:pt x="1119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49"/>
          <p:cNvSpPr>
            <a:spLocks/>
          </p:cNvSpPr>
          <p:nvPr userDrawn="1"/>
        </p:nvSpPr>
        <p:spPr bwMode="auto">
          <a:xfrm>
            <a:off x="5781832" y="547688"/>
            <a:ext cx="1758824" cy="5738811"/>
          </a:xfrm>
          <a:custGeom>
            <a:avLst/>
            <a:gdLst>
              <a:gd name="T0" fmla="*/ 1088 w 1088"/>
              <a:gd name="T1" fmla="*/ 3550 h 3550"/>
              <a:gd name="T2" fmla="*/ 1025 w 1088"/>
              <a:gd name="T3" fmla="*/ 3550 h 3550"/>
              <a:gd name="T4" fmla="*/ 0 w 1088"/>
              <a:gd name="T5" fmla="*/ 0 h 3550"/>
              <a:gd name="T6" fmla="*/ 62 w 1088"/>
              <a:gd name="T7" fmla="*/ 0 h 3550"/>
              <a:gd name="T8" fmla="*/ 1088 w 1088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3550">
                <a:moveTo>
                  <a:pt x="1088" y="3550"/>
                </a:moveTo>
                <a:lnTo>
                  <a:pt x="1025" y="3550"/>
                </a:lnTo>
                <a:lnTo>
                  <a:pt x="0" y="0"/>
                </a:lnTo>
                <a:lnTo>
                  <a:pt x="62" y="0"/>
                </a:lnTo>
                <a:lnTo>
                  <a:pt x="1088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51"/>
          <p:cNvSpPr>
            <a:spLocks/>
          </p:cNvSpPr>
          <p:nvPr userDrawn="1"/>
        </p:nvSpPr>
        <p:spPr bwMode="auto">
          <a:xfrm>
            <a:off x="10437543" y="547688"/>
            <a:ext cx="1862285" cy="5738811"/>
          </a:xfrm>
          <a:custGeom>
            <a:avLst/>
            <a:gdLst>
              <a:gd name="T0" fmla="*/ 1152 w 1152"/>
              <a:gd name="T1" fmla="*/ 3550 h 3550"/>
              <a:gd name="T2" fmla="*/ 1025 w 1152"/>
              <a:gd name="T3" fmla="*/ 3550 h 3550"/>
              <a:gd name="T4" fmla="*/ 0 w 1152"/>
              <a:gd name="T5" fmla="*/ 0 h 3550"/>
              <a:gd name="T6" fmla="*/ 127 w 1152"/>
              <a:gd name="T7" fmla="*/ 0 h 3550"/>
              <a:gd name="T8" fmla="*/ 1152 w 1152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3550">
                <a:moveTo>
                  <a:pt x="1152" y="3550"/>
                </a:moveTo>
                <a:lnTo>
                  <a:pt x="1025" y="3550"/>
                </a:lnTo>
                <a:lnTo>
                  <a:pt x="0" y="0"/>
                </a:lnTo>
                <a:lnTo>
                  <a:pt x="127" y="0"/>
                </a:lnTo>
                <a:lnTo>
                  <a:pt x="1152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53"/>
          <p:cNvSpPr>
            <a:spLocks/>
          </p:cNvSpPr>
          <p:nvPr userDrawn="1"/>
        </p:nvSpPr>
        <p:spPr bwMode="auto">
          <a:xfrm>
            <a:off x="-89537" y="550921"/>
            <a:ext cx="2268043" cy="5735578"/>
          </a:xfrm>
          <a:custGeom>
            <a:avLst/>
            <a:gdLst>
              <a:gd name="T0" fmla="*/ 1403 w 1403"/>
              <a:gd name="T1" fmla="*/ 3548 h 3548"/>
              <a:gd name="T2" fmla="*/ 0 w 1403"/>
              <a:gd name="T3" fmla="*/ 3548 h 3548"/>
              <a:gd name="T4" fmla="*/ 0 w 1403"/>
              <a:gd name="T5" fmla="*/ 0 h 3548"/>
              <a:gd name="T6" fmla="*/ 377 w 1403"/>
              <a:gd name="T7" fmla="*/ 0 h 3548"/>
              <a:gd name="T8" fmla="*/ 1403 w 1403"/>
              <a:gd name="T9" fmla="*/ 3548 h 3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03" h="3548">
                <a:moveTo>
                  <a:pt x="1403" y="3548"/>
                </a:moveTo>
                <a:lnTo>
                  <a:pt x="0" y="3548"/>
                </a:lnTo>
                <a:lnTo>
                  <a:pt x="0" y="0"/>
                </a:lnTo>
                <a:lnTo>
                  <a:pt x="377" y="0"/>
                </a:lnTo>
                <a:lnTo>
                  <a:pt x="1403" y="354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49275" y="1830745"/>
            <a:ext cx="11093450" cy="615553"/>
          </a:xfrm>
        </p:spPr>
        <p:txBody>
          <a:bodyPr anchor="b" anchorCtr="0"/>
          <a:lstStyle>
            <a:lvl1pPr algn="ctr">
              <a:defRPr sz="4000" cap="none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47937" y="3886384"/>
            <a:ext cx="7096126" cy="482183"/>
          </a:xfrm>
        </p:spPr>
        <p:txBody>
          <a:bodyPr wrap="square">
            <a:spAutoFit/>
          </a:bodyPr>
          <a:lstStyle>
            <a:lvl1pPr marL="0" indent="0" algn="ctr">
              <a:spcBef>
                <a:spcPts val="40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50" name="Rectangle 2049"/>
          <p:cNvSpPr/>
          <p:nvPr userDrawn="1"/>
        </p:nvSpPr>
        <p:spPr>
          <a:xfrm>
            <a:off x="0" y="0"/>
            <a:ext cx="12188952" cy="73152"/>
          </a:xfrm>
          <a:prstGeom prst="rect">
            <a:avLst/>
          </a:pr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67" name="Freeform: Shape 44"/>
          <p:cNvSpPr>
            <a:spLocks/>
          </p:cNvSpPr>
          <p:nvPr userDrawn="1"/>
        </p:nvSpPr>
        <p:spPr bwMode="auto">
          <a:xfrm flipH="1">
            <a:off x="5775960" y="3392424"/>
            <a:ext cx="640080" cy="73152"/>
          </a:xfrm>
          <a:custGeom>
            <a:avLst/>
            <a:gdLst>
              <a:gd name="connsiteX0" fmla="*/ 833364 w 866779"/>
              <a:gd name="connsiteY0" fmla="*/ 91133 h 91133"/>
              <a:gd name="connsiteX1" fmla="*/ 0 w 866779"/>
              <a:gd name="connsiteY1" fmla="*/ 91133 h 91133"/>
              <a:gd name="connsiteX2" fmla="*/ 742 w 866779"/>
              <a:gd name="connsiteY2" fmla="*/ 89110 h 91133"/>
              <a:gd name="connsiteX3" fmla="*/ 0 w 866779"/>
              <a:gd name="connsiteY3" fmla="*/ 89108 h 91133"/>
              <a:gd name="connsiteX4" fmla="*/ 33416 w 866779"/>
              <a:gd name="connsiteY4" fmla="*/ 0 h 91133"/>
              <a:gd name="connsiteX5" fmla="*/ 866779 w 866779"/>
              <a:gd name="connsiteY5" fmla="*/ 0 h 91133"/>
              <a:gd name="connsiteX6" fmla="*/ 866037 w 866779"/>
              <a:gd name="connsiteY6" fmla="*/ 2024 h 91133"/>
              <a:gd name="connsiteX7" fmla="*/ 866779 w 866779"/>
              <a:gd name="connsiteY7" fmla="*/ 2025 h 9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6779" h="91133">
                <a:moveTo>
                  <a:pt x="833364" y="91133"/>
                </a:moveTo>
                <a:lnTo>
                  <a:pt x="0" y="91133"/>
                </a:lnTo>
                <a:lnTo>
                  <a:pt x="742" y="89110"/>
                </a:lnTo>
                <a:lnTo>
                  <a:pt x="0" y="89108"/>
                </a:lnTo>
                <a:lnTo>
                  <a:pt x="33416" y="0"/>
                </a:lnTo>
                <a:lnTo>
                  <a:pt x="866779" y="0"/>
                </a:lnTo>
                <a:lnTo>
                  <a:pt x="866037" y="2024"/>
                </a:lnTo>
                <a:lnTo>
                  <a:pt x="866779" y="2025"/>
                </a:lnTo>
                <a:close/>
              </a:path>
            </a:pathLst>
          </a:custGeom>
          <a:gradFill flip="none" rotWithShape="1">
            <a:gsLst>
              <a:gs pos="100000">
                <a:srgbClr val="FDB515"/>
              </a:gs>
              <a:gs pos="0">
                <a:srgbClr val="EC008C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49275" y="2628076"/>
            <a:ext cx="11093450" cy="525463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5790" y="6419032"/>
            <a:ext cx="1246459" cy="26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08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2"/>
          <a:srcRect l="34295"/>
          <a:stretch/>
        </p:blipFill>
        <p:spPr>
          <a:xfrm>
            <a:off x="3273451" y="6387614"/>
            <a:ext cx="976789" cy="320040"/>
          </a:xfrm>
          <a:prstGeom prst="rect">
            <a:avLst/>
          </a:prstGeom>
        </p:spPr>
      </p:pic>
      <p:grpSp>
        <p:nvGrpSpPr>
          <p:cNvPr id="44" name="Group 43"/>
          <p:cNvGrpSpPr/>
          <p:nvPr userDrawn="1"/>
        </p:nvGrpSpPr>
        <p:grpSpPr>
          <a:xfrm>
            <a:off x="0" y="547688"/>
            <a:ext cx="12192000" cy="5738811"/>
            <a:chOff x="0" y="547688"/>
            <a:chExt cx="12192000" cy="5738811"/>
          </a:xfrm>
        </p:grpSpPr>
        <p:sp>
          <p:nvSpPr>
            <p:cNvPr id="45" name="Freeform 38"/>
            <p:cNvSpPr>
              <a:spLocks/>
            </p:cNvSpPr>
            <p:nvPr userDrawn="1"/>
          </p:nvSpPr>
          <p:spPr bwMode="auto">
            <a:xfrm>
              <a:off x="8505746" y="547688"/>
              <a:ext cx="3065010" cy="5738811"/>
            </a:xfrm>
            <a:custGeom>
              <a:avLst/>
              <a:gdLst>
                <a:gd name="T0" fmla="*/ 1896 w 1896"/>
                <a:gd name="T1" fmla="*/ 3550 h 3550"/>
                <a:gd name="T2" fmla="*/ 1025 w 1896"/>
                <a:gd name="T3" fmla="*/ 3550 h 3550"/>
                <a:gd name="T4" fmla="*/ 0 w 1896"/>
                <a:gd name="T5" fmla="*/ 0 h 3550"/>
                <a:gd name="T6" fmla="*/ 871 w 1896"/>
                <a:gd name="T7" fmla="*/ 0 h 3550"/>
                <a:gd name="T8" fmla="*/ 1896 w 1896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6" h="3550">
                  <a:moveTo>
                    <a:pt x="1896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1896" y="3550"/>
                  </a:lnTo>
                  <a:close/>
                </a:path>
              </a:pathLst>
            </a:custGeom>
            <a:solidFill>
              <a:srgbClr val="F5F6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47" name="Freeform 40"/>
            <p:cNvSpPr>
              <a:spLocks/>
            </p:cNvSpPr>
            <p:nvPr userDrawn="1"/>
          </p:nvSpPr>
          <p:spPr bwMode="auto">
            <a:xfrm>
              <a:off x="3140363" y="547688"/>
              <a:ext cx="4206306" cy="5738811"/>
            </a:xfrm>
            <a:custGeom>
              <a:avLst/>
              <a:gdLst>
                <a:gd name="T0" fmla="*/ 2602 w 2602"/>
                <a:gd name="T1" fmla="*/ 3550 h 3550"/>
                <a:gd name="T2" fmla="*/ 1025 w 2602"/>
                <a:gd name="T3" fmla="*/ 3550 h 3550"/>
                <a:gd name="T4" fmla="*/ 0 w 2602"/>
                <a:gd name="T5" fmla="*/ 0 h 3550"/>
                <a:gd name="T6" fmla="*/ 1578 w 2602"/>
                <a:gd name="T7" fmla="*/ 0 h 3550"/>
                <a:gd name="T8" fmla="*/ 2602 w 2602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2" h="3550">
                  <a:moveTo>
                    <a:pt x="2602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1578" y="0"/>
                  </a:lnTo>
                  <a:lnTo>
                    <a:pt x="2602" y="3550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48" name="Freeform 42"/>
            <p:cNvSpPr>
              <a:spLocks/>
            </p:cNvSpPr>
            <p:nvPr userDrawn="1"/>
          </p:nvSpPr>
          <p:spPr bwMode="auto">
            <a:xfrm>
              <a:off x="990329" y="547688"/>
              <a:ext cx="2195297" cy="5738811"/>
            </a:xfrm>
            <a:custGeom>
              <a:avLst/>
              <a:gdLst>
                <a:gd name="T0" fmla="*/ 1358 w 1358"/>
                <a:gd name="T1" fmla="*/ 3550 h 3550"/>
                <a:gd name="T2" fmla="*/ 1024 w 1358"/>
                <a:gd name="T3" fmla="*/ 3550 h 3550"/>
                <a:gd name="T4" fmla="*/ 0 w 1358"/>
                <a:gd name="T5" fmla="*/ 0 h 3550"/>
                <a:gd name="T6" fmla="*/ 332 w 1358"/>
                <a:gd name="T7" fmla="*/ 0 h 3550"/>
                <a:gd name="T8" fmla="*/ 1358 w 1358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" h="3550">
                  <a:moveTo>
                    <a:pt x="1358" y="3550"/>
                  </a:moveTo>
                  <a:lnTo>
                    <a:pt x="1024" y="3550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1358" y="3550"/>
                  </a:lnTo>
                  <a:close/>
                </a:path>
              </a:pathLst>
            </a:custGeom>
            <a:solidFill>
              <a:srgbClr val="F2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49" name="Freeform 44"/>
            <p:cNvSpPr>
              <a:spLocks/>
            </p:cNvSpPr>
            <p:nvPr userDrawn="1"/>
          </p:nvSpPr>
          <p:spPr bwMode="auto">
            <a:xfrm>
              <a:off x="6766321" y="547688"/>
              <a:ext cx="2195297" cy="5738811"/>
            </a:xfrm>
            <a:custGeom>
              <a:avLst/>
              <a:gdLst>
                <a:gd name="T0" fmla="*/ 1358 w 1358"/>
                <a:gd name="T1" fmla="*/ 3550 h 3550"/>
                <a:gd name="T2" fmla="*/ 1025 w 1358"/>
                <a:gd name="T3" fmla="*/ 3550 h 3550"/>
                <a:gd name="T4" fmla="*/ 0 w 1358"/>
                <a:gd name="T5" fmla="*/ 0 h 3550"/>
                <a:gd name="T6" fmla="*/ 333 w 1358"/>
                <a:gd name="T7" fmla="*/ 0 h 3550"/>
                <a:gd name="T8" fmla="*/ 1358 w 1358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" h="3550">
                  <a:moveTo>
                    <a:pt x="1358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333" y="0"/>
                  </a:lnTo>
                  <a:lnTo>
                    <a:pt x="1358" y="3550"/>
                  </a:lnTo>
                  <a:close/>
                </a:path>
              </a:pathLst>
            </a:custGeom>
            <a:solidFill>
              <a:srgbClr val="F2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50" name="Freeform 46"/>
            <p:cNvSpPr>
              <a:spLocks/>
            </p:cNvSpPr>
            <p:nvPr userDrawn="1"/>
          </p:nvSpPr>
          <p:spPr bwMode="auto">
            <a:xfrm>
              <a:off x="1704852" y="547688"/>
              <a:ext cx="1808938" cy="5738811"/>
            </a:xfrm>
            <a:custGeom>
              <a:avLst/>
              <a:gdLst>
                <a:gd name="T0" fmla="*/ 1119 w 1119"/>
                <a:gd name="T1" fmla="*/ 3550 h 3550"/>
                <a:gd name="T2" fmla="*/ 1025 w 1119"/>
                <a:gd name="T3" fmla="*/ 3550 h 3550"/>
                <a:gd name="T4" fmla="*/ 0 w 1119"/>
                <a:gd name="T5" fmla="*/ 0 h 3550"/>
                <a:gd name="T6" fmla="*/ 95 w 1119"/>
                <a:gd name="T7" fmla="*/ 0 h 3550"/>
                <a:gd name="T8" fmla="*/ 1119 w 1119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9" h="3550">
                  <a:moveTo>
                    <a:pt x="1119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95" y="0"/>
                  </a:lnTo>
                  <a:lnTo>
                    <a:pt x="1119" y="3550"/>
                  </a:lnTo>
                  <a:close/>
                </a:path>
              </a:pathLst>
            </a:custGeom>
            <a:solidFill>
              <a:srgbClr val="ECE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51" name="Freeform 48"/>
            <p:cNvSpPr>
              <a:spLocks/>
            </p:cNvSpPr>
            <p:nvPr userDrawn="1"/>
          </p:nvSpPr>
          <p:spPr bwMode="auto">
            <a:xfrm>
              <a:off x="5781832" y="547688"/>
              <a:ext cx="1758824" cy="5738811"/>
            </a:xfrm>
            <a:custGeom>
              <a:avLst/>
              <a:gdLst>
                <a:gd name="T0" fmla="*/ 1088 w 1088"/>
                <a:gd name="T1" fmla="*/ 3550 h 3550"/>
                <a:gd name="T2" fmla="*/ 1025 w 1088"/>
                <a:gd name="T3" fmla="*/ 3550 h 3550"/>
                <a:gd name="T4" fmla="*/ 0 w 1088"/>
                <a:gd name="T5" fmla="*/ 0 h 3550"/>
                <a:gd name="T6" fmla="*/ 62 w 1088"/>
                <a:gd name="T7" fmla="*/ 0 h 3550"/>
                <a:gd name="T8" fmla="*/ 1088 w 1088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8" h="3550">
                  <a:moveTo>
                    <a:pt x="1088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62" y="0"/>
                  </a:lnTo>
                  <a:lnTo>
                    <a:pt x="1088" y="3550"/>
                  </a:lnTo>
                  <a:close/>
                </a:path>
              </a:pathLst>
            </a:custGeom>
            <a:solidFill>
              <a:srgbClr val="ECE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52" name="Freeform: Shape 51"/>
            <p:cNvSpPr>
              <a:spLocks/>
            </p:cNvSpPr>
            <p:nvPr userDrawn="1"/>
          </p:nvSpPr>
          <p:spPr bwMode="auto">
            <a:xfrm>
              <a:off x="10437543" y="547688"/>
              <a:ext cx="1754457" cy="5738811"/>
            </a:xfrm>
            <a:custGeom>
              <a:avLst/>
              <a:gdLst>
                <a:gd name="connsiteX0" fmla="*/ 0 w 1754457"/>
                <a:gd name="connsiteY0" fmla="*/ 0 h 5738811"/>
                <a:gd name="connsiteX1" fmla="*/ 205304 w 1754457"/>
                <a:gd name="connsiteY1" fmla="*/ 0 h 5738811"/>
                <a:gd name="connsiteX2" fmla="*/ 1754457 w 1754457"/>
                <a:gd name="connsiteY2" fmla="*/ 5365358 h 5738811"/>
                <a:gd name="connsiteX3" fmla="*/ 1754457 w 1754457"/>
                <a:gd name="connsiteY3" fmla="*/ 5738811 h 5738811"/>
                <a:gd name="connsiteX4" fmla="*/ 1656981 w 1754457"/>
                <a:gd name="connsiteY4" fmla="*/ 5738811 h 573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4457" h="5738811">
                  <a:moveTo>
                    <a:pt x="0" y="0"/>
                  </a:moveTo>
                  <a:lnTo>
                    <a:pt x="205304" y="0"/>
                  </a:lnTo>
                  <a:lnTo>
                    <a:pt x="1754457" y="5365358"/>
                  </a:lnTo>
                  <a:lnTo>
                    <a:pt x="1754457" y="5738811"/>
                  </a:lnTo>
                  <a:lnTo>
                    <a:pt x="1656981" y="5738811"/>
                  </a:lnTo>
                  <a:close/>
                </a:path>
              </a:pathLst>
            </a:custGeom>
            <a:solidFill>
              <a:srgbClr val="EFF0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53" name="Freeform: Shape 52"/>
            <p:cNvSpPr>
              <a:spLocks/>
            </p:cNvSpPr>
            <p:nvPr userDrawn="1"/>
          </p:nvSpPr>
          <p:spPr bwMode="auto">
            <a:xfrm>
              <a:off x="0" y="550921"/>
              <a:ext cx="2178506" cy="5735578"/>
            </a:xfrm>
            <a:custGeom>
              <a:avLst/>
              <a:gdLst>
                <a:gd name="connsiteX0" fmla="*/ 0 w 2178506"/>
                <a:gd name="connsiteY0" fmla="*/ 0 h 5735578"/>
                <a:gd name="connsiteX1" fmla="*/ 519909 w 2178506"/>
                <a:gd name="connsiteY1" fmla="*/ 0 h 5735578"/>
                <a:gd name="connsiteX2" fmla="*/ 2178506 w 2178506"/>
                <a:gd name="connsiteY2" fmla="*/ 5735578 h 5735578"/>
                <a:gd name="connsiteX3" fmla="*/ 0 w 2178506"/>
                <a:gd name="connsiteY3" fmla="*/ 5735578 h 5735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506" h="5735578">
                  <a:moveTo>
                    <a:pt x="0" y="0"/>
                  </a:moveTo>
                  <a:lnTo>
                    <a:pt x="519909" y="0"/>
                  </a:lnTo>
                  <a:lnTo>
                    <a:pt x="2178506" y="5735578"/>
                  </a:lnTo>
                  <a:lnTo>
                    <a:pt x="0" y="5735578"/>
                  </a:lnTo>
                  <a:close/>
                </a:path>
              </a:pathLst>
            </a:custGeom>
            <a:solidFill>
              <a:srgbClr val="F5F6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/>
            </a:p>
          </p:txBody>
        </p:sp>
      </p:grpSp>
      <p:sp>
        <p:nvSpPr>
          <p:cNvPr id="30" name="Freeform 39"/>
          <p:cNvSpPr>
            <a:spLocks/>
          </p:cNvSpPr>
          <p:nvPr userDrawn="1"/>
        </p:nvSpPr>
        <p:spPr bwMode="auto">
          <a:xfrm>
            <a:off x="8505746" y="547688"/>
            <a:ext cx="3065010" cy="5738811"/>
          </a:xfrm>
          <a:custGeom>
            <a:avLst/>
            <a:gdLst>
              <a:gd name="T0" fmla="*/ 1896 w 1896"/>
              <a:gd name="T1" fmla="*/ 3550 h 3550"/>
              <a:gd name="T2" fmla="*/ 1025 w 1896"/>
              <a:gd name="T3" fmla="*/ 3550 h 3550"/>
              <a:gd name="T4" fmla="*/ 0 w 1896"/>
              <a:gd name="T5" fmla="*/ 0 h 3550"/>
              <a:gd name="T6" fmla="*/ 871 w 1896"/>
              <a:gd name="T7" fmla="*/ 0 h 3550"/>
              <a:gd name="T8" fmla="*/ 1896 w 1896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6" h="3550">
                <a:moveTo>
                  <a:pt x="1896" y="3550"/>
                </a:moveTo>
                <a:lnTo>
                  <a:pt x="1025" y="3550"/>
                </a:lnTo>
                <a:lnTo>
                  <a:pt x="0" y="0"/>
                </a:lnTo>
                <a:lnTo>
                  <a:pt x="871" y="0"/>
                </a:lnTo>
                <a:lnTo>
                  <a:pt x="1896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41"/>
          <p:cNvSpPr>
            <a:spLocks/>
          </p:cNvSpPr>
          <p:nvPr userDrawn="1"/>
        </p:nvSpPr>
        <p:spPr bwMode="auto">
          <a:xfrm>
            <a:off x="3140363" y="547688"/>
            <a:ext cx="4206306" cy="5738811"/>
          </a:xfrm>
          <a:custGeom>
            <a:avLst/>
            <a:gdLst>
              <a:gd name="T0" fmla="*/ 2602 w 2602"/>
              <a:gd name="T1" fmla="*/ 3550 h 3550"/>
              <a:gd name="T2" fmla="*/ 1025 w 2602"/>
              <a:gd name="T3" fmla="*/ 3550 h 3550"/>
              <a:gd name="T4" fmla="*/ 0 w 2602"/>
              <a:gd name="T5" fmla="*/ 0 h 3550"/>
              <a:gd name="T6" fmla="*/ 1578 w 2602"/>
              <a:gd name="T7" fmla="*/ 0 h 3550"/>
              <a:gd name="T8" fmla="*/ 2602 w 2602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02" h="3550">
                <a:moveTo>
                  <a:pt x="2602" y="3550"/>
                </a:moveTo>
                <a:lnTo>
                  <a:pt x="1025" y="3550"/>
                </a:lnTo>
                <a:lnTo>
                  <a:pt x="0" y="0"/>
                </a:lnTo>
                <a:lnTo>
                  <a:pt x="1578" y="0"/>
                </a:lnTo>
                <a:lnTo>
                  <a:pt x="2602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43"/>
          <p:cNvSpPr>
            <a:spLocks/>
          </p:cNvSpPr>
          <p:nvPr userDrawn="1"/>
        </p:nvSpPr>
        <p:spPr bwMode="auto">
          <a:xfrm>
            <a:off x="990329" y="547688"/>
            <a:ext cx="2195297" cy="5738811"/>
          </a:xfrm>
          <a:custGeom>
            <a:avLst/>
            <a:gdLst>
              <a:gd name="T0" fmla="*/ 1358 w 1358"/>
              <a:gd name="T1" fmla="*/ 3550 h 3550"/>
              <a:gd name="T2" fmla="*/ 1024 w 1358"/>
              <a:gd name="T3" fmla="*/ 3550 h 3550"/>
              <a:gd name="T4" fmla="*/ 0 w 1358"/>
              <a:gd name="T5" fmla="*/ 0 h 3550"/>
              <a:gd name="T6" fmla="*/ 332 w 1358"/>
              <a:gd name="T7" fmla="*/ 0 h 3550"/>
              <a:gd name="T8" fmla="*/ 1358 w 1358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8" h="3550">
                <a:moveTo>
                  <a:pt x="1358" y="3550"/>
                </a:moveTo>
                <a:lnTo>
                  <a:pt x="1024" y="3550"/>
                </a:lnTo>
                <a:lnTo>
                  <a:pt x="0" y="0"/>
                </a:lnTo>
                <a:lnTo>
                  <a:pt x="332" y="0"/>
                </a:lnTo>
                <a:lnTo>
                  <a:pt x="1358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45"/>
          <p:cNvSpPr>
            <a:spLocks/>
          </p:cNvSpPr>
          <p:nvPr userDrawn="1"/>
        </p:nvSpPr>
        <p:spPr bwMode="auto">
          <a:xfrm>
            <a:off x="6766321" y="547688"/>
            <a:ext cx="2195297" cy="5738811"/>
          </a:xfrm>
          <a:custGeom>
            <a:avLst/>
            <a:gdLst>
              <a:gd name="T0" fmla="*/ 1358 w 1358"/>
              <a:gd name="T1" fmla="*/ 3550 h 3550"/>
              <a:gd name="T2" fmla="*/ 1025 w 1358"/>
              <a:gd name="T3" fmla="*/ 3550 h 3550"/>
              <a:gd name="T4" fmla="*/ 0 w 1358"/>
              <a:gd name="T5" fmla="*/ 0 h 3550"/>
              <a:gd name="T6" fmla="*/ 333 w 1358"/>
              <a:gd name="T7" fmla="*/ 0 h 3550"/>
              <a:gd name="T8" fmla="*/ 1358 w 1358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8" h="3550">
                <a:moveTo>
                  <a:pt x="1358" y="3550"/>
                </a:moveTo>
                <a:lnTo>
                  <a:pt x="1025" y="3550"/>
                </a:lnTo>
                <a:lnTo>
                  <a:pt x="0" y="0"/>
                </a:lnTo>
                <a:lnTo>
                  <a:pt x="333" y="0"/>
                </a:lnTo>
                <a:lnTo>
                  <a:pt x="1358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47"/>
          <p:cNvSpPr>
            <a:spLocks/>
          </p:cNvSpPr>
          <p:nvPr userDrawn="1"/>
        </p:nvSpPr>
        <p:spPr bwMode="auto">
          <a:xfrm>
            <a:off x="1704852" y="547688"/>
            <a:ext cx="1808938" cy="5738811"/>
          </a:xfrm>
          <a:custGeom>
            <a:avLst/>
            <a:gdLst>
              <a:gd name="T0" fmla="*/ 1119 w 1119"/>
              <a:gd name="T1" fmla="*/ 3550 h 3550"/>
              <a:gd name="T2" fmla="*/ 1025 w 1119"/>
              <a:gd name="T3" fmla="*/ 3550 h 3550"/>
              <a:gd name="T4" fmla="*/ 0 w 1119"/>
              <a:gd name="T5" fmla="*/ 0 h 3550"/>
              <a:gd name="T6" fmla="*/ 95 w 1119"/>
              <a:gd name="T7" fmla="*/ 0 h 3550"/>
              <a:gd name="T8" fmla="*/ 1119 w 1119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19" h="3550">
                <a:moveTo>
                  <a:pt x="1119" y="3550"/>
                </a:moveTo>
                <a:lnTo>
                  <a:pt x="1025" y="3550"/>
                </a:lnTo>
                <a:lnTo>
                  <a:pt x="0" y="0"/>
                </a:lnTo>
                <a:lnTo>
                  <a:pt x="95" y="0"/>
                </a:lnTo>
                <a:lnTo>
                  <a:pt x="1119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49"/>
          <p:cNvSpPr>
            <a:spLocks/>
          </p:cNvSpPr>
          <p:nvPr userDrawn="1"/>
        </p:nvSpPr>
        <p:spPr bwMode="auto">
          <a:xfrm>
            <a:off x="5781832" y="547688"/>
            <a:ext cx="1758824" cy="5738811"/>
          </a:xfrm>
          <a:custGeom>
            <a:avLst/>
            <a:gdLst>
              <a:gd name="T0" fmla="*/ 1088 w 1088"/>
              <a:gd name="T1" fmla="*/ 3550 h 3550"/>
              <a:gd name="T2" fmla="*/ 1025 w 1088"/>
              <a:gd name="T3" fmla="*/ 3550 h 3550"/>
              <a:gd name="T4" fmla="*/ 0 w 1088"/>
              <a:gd name="T5" fmla="*/ 0 h 3550"/>
              <a:gd name="T6" fmla="*/ 62 w 1088"/>
              <a:gd name="T7" fmla="*/ 0 h 3550"/>
              <a:gd name="T8" fmla="*/ 1088 w 1088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3550">
                <a:moveTo>
                  <a:pt x="1088" y="3550"/>
                </a:moveTo>
                <a:lnTo>
                  <a:pt x="1025" y="3550"/>
                </a:lnTo>
                <a:lnTo>
                  <a:pt x="0" y="0"/>
                </a:lnTo>
                <a:lnTo>
                  <a:pt x="62" y="0"/>
                </a:lnTo>
                <a:lnTo>
                  <a:pt x="1088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51"/>
          <p:cNvSpPr>
            <a:spLocks/>
          </p:cNvSpPr>
          <p:nvPr userDrawn="1"/>
        </p:nvSpPr>
        <p:spPr bwMode="auto">
          <a:xfrm>
            <a:off x="10437543" y="547688"/>
            <a:ext cx="1862285" cy="5738811"/>
          </a:xfrm>
          <a:custGeom>
            <a:avLst/>
            <a:gdLst>
              <a:gd name="T0" fmla="*/ 1152 w 1152"/>
              <a:gd name="T1" fmla="*/ 3550 h 3550"/>
              <a:gd name="T2" fmla="*/ 1025 w 1152"/>
              <a:gd name="T3" fmla="*/ 3550 h 3550"/>
              <a:gd name="T4" fmla="*/ 0 w 1152"/>
              <a:gd name="T5" fmla="*/ 0 h 3550"/>
              <a:gd name="T6" fmla="*/ 127 w 1152"/>
              <a:gd name="T7" fmla="*/ 0 h 3550"/>
              <a:gd name="T8" fmla="*/ 1152 w 1152"/>
              <a:gd name="T9" fmla="*/ 3550 h 3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3550">
                <a:moveTo>
                  <a:pt x="1152" y="3550"/>
                </a:moveTo>
                <a:lnTo>
                  <a:pt x="1025" y="3550"/>
                </a:lnTo>
                <a:lnTo>
                  <a:pt x="0" y="0"/>
                </a:lnTo>
                <a:lnTo>
                  <a:pt x="127" y="0"/>
                </a:lnTo>
                <a:lnTo>
                  <a:pt x="1152" y="355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53"/>
          <p:cNvSpPr>
            <a:spLocks/>
          </p:cNvSpPr>
          <p:nvPr userDrawn="1"/>
        </p:nvSpPr>
        <p:spPr bwMode="auto">
          <a:xfrm>
            <a:off x="-89537" y="550921"/>
            <a:ext cx="2268043" cy="5735578"/>
          </a:xfrm>
          <a:custGeom>
            <a:avLst/>
            <a:gdLst>
              <a:gd name="T0" fmla="*/ 1403 w 1403"/>
              <a:gd name="T1" fmla="*/ 3548 h 3548"/>
              <a:gd name="T2" fmla="*/ 0 w 1403"/>
              <a:gd name="T3" fmla="*/ 3548 h 3548"/>
              <a:gd name="T4" fmla="*/ 0 w 1403"/>
              <a:gd name="T5" fmla="*/ 0 h 3548"/>
              <a:gd name="T6" fmla="*/ 377 w 1403"/>
              <a:gd name="T7" fmla="*/ 0 h 3548"/>
              <a:gd name="T8" fmla="*/ 1403 w 1403"/>
              <a:gd name="T9" fmla="*/ 3548 h 3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03" h="3548">
                <a:moveTo>
                  <a:pt x="1403" y="3548"/>
                </a:moveTo>
                <a:lnTo>
                  <a:pt x="0" y="3548"/>
                </a:lnTo>
                <a:lnTo>
                  <a:pt x="0" y="0"/>
                </a:lnTo>
                <a:lnTo>
                  <a:pt x="377" y="0"/>
                </a:lnTo>
                <a:lnTo>
                  <a:pt x="1403" y="354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3273451" y="1830745"/>
            <a:ext cx="8369274" cy="615553"/>
          </a:xfrm>
        </p:spPr>
        <p:txBody>
          <a:bodyPr anchor="b" anchorCtr="0"/>
          <a:lstStyle>
            <a:lvl1pPr algn="l">
              <a:defRPr sz="4000" cap="none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273451" y="3886384"/>
            <a:ext cx="7096126" cy="482183"/>
          </a:xfrm>
        </p:spPr>
        <p:txBody>
          <a:bodyPr wrap="square">
            <a:spAutoFit/>
          </a:bodyPr>
          <a:lstStyle>
            <a:lvl1pPr marL="0" indent="0" algn="l">
              <a:spcBef>
                <a:spcPts val="40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50" name="Rectangle 2049"/>
          <p:cNvSpPr/>
          <p:nvPr userDrawn="1"/>
        </p:nvSpPr>
        <p:spPr>
          <a:xfrm>
            <a:off x="0" y="0"/>
            <a:ext cx="12188952" cy="73152"/>
          </a:xfrm>
          <a:prstGeom prst="rect">
            <a:avLst/>
          </a:pr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273451" y="2628076"/>
            <a:ext cx="8369274" cy="525463"/>
          </a:xfr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8" name="Freeform: Shape 27"/>
          <p:cNvSpPr>
            <a:spLocks noChangeAspect="1"/>
          </p:cNvSpPr>
          <p:nvPr userDrawn="1"/>
        </p:nvSpPr>
        <p:spPr bwMode="auto">
          <a:xfrm rot="10800000" flipH="1">
            <a:off x="2048914" y="3361065"/>
            <a:ext cx="8898018" cy="137586"/>
          </a:xfrm>
          <a:custGeom>
            <a:avLst/>
            <a:gdLst>
              <a:gd name="connsiteX0" fmla="*/ 0 w 8898018"/>
              <a:gd name="connsiteY0" fmla="*/ 137586 h 137586"/>
              <a:gd name="connsiteX1" fmla="*/ 8031273 w 8898018"/>
              <a:gd name="connsiteY1" fmla="*/ 137586 h 137586"/>
              <a:gd name="connsiteX2" fmla="*/ 8799027 w 8898018"/>
              <a:gd name="connsiteY2" fmla="*/ 137586 h 137586"/>
              <a:gd name="connsiteX3" fmla="*/ 8864604 w 8898018"/>
              <a:gd name="connsiteY3" fmla="*/ 137586 h 137586"/>
              <a:gd name="connsiteX4" fmla="*/ 8898018 w 8898018"/>
              <a:gd name="connsiteY4" fmla="*/ 3057 h 137586"/>
              <a:gd name="connsiteX5" fmla="*/ 8897276 w 8898018"/>
              <a:gd name="connsiteY5" fmla="*/ 3056 h 137586"/>
              <a:gd name="connsiteX6" fmla="*/ 8898018 w 8898018"/>
              <a:gd name="connsiteY6" fmla="*/ 0 h 137586"/>
              <a:gd name="connsiteX7" fmla="*/ 8064688 w 8898018"/>
              <a:gd name="connsiteY7" fmla="*/ 0 h 137586"/>
              <a:gd name="connsiteX8" fmla="*/ 8064582 w 8898018"/>
              <a:gd name="connsiteY8" fmla="*/ 426 h 137586"/>
              <a:gd name="connsiteX9" fmla="*/ 0 w 8898018"/>
              <a:gd name="connsiteY9" fmla="*/ 426 h 137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898018" h="137586">
                <a:moveTo>
                  <a:pt x="0" y="137586"/>
                </a:moveTo>
                <a:lnTo>
                  <a:pt x="8031273" y="137586"/>
                </a:lnTo>
                <a:lnTo>
                  <a:pt x="8799027" y="137586"/>
                </a:lnTo>
                <a:lnTo>
                  <a:pt x="8864604" y="137586"/>
                </a:lnTo>
                <a:lnTo>
                  <a:pt x="8898018" y="3057"/>
                </a:lnTo>
                <a:lnTo>
                  <a:pt x="8897276" y="3056"/>
                </a:lnTo>
                <a:lnTo>
                  <a:pt x="8898018" y="0"/>
                </a:lnTo>
                <a:lnTo>
                  <a:pt x="8064688" y="0"/>
                </a:lnTo>
                <a:lnTo>
                  <a:pt x="8064582" y="426"/>
                </a:lnTo>
                <a:lnTo>
                  <a:pt x="0" y="426"/>
                </a:lnTo>
                <a:close/>
              </a:path>
            </a:pathLst>
          </a:custGeom>
          <a:solidFill>
            <a:srgbClr val="EC008C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42" name="Picture 41"/>
          <p:cNvPicPr>
            <a:picLocks noChangeAspect="1"/>
          </p:cNvPicPr>
          <p:nvPr userDrawn="1"/>
        </p:nvPicPr>
        <p:blipFill rotWithShape="1">
          <a:blip r:embed="rId3"/>
          <a:srcRect l="28741" r="28743" b="42635"/>
          <a:stretch/>
        </p:blipFill>
        <p:spPr>
          <a:xfrm>
            <a:off x="1271356" y="3084768"/>
            <a:ext cx="719293" cy="69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9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521" y="1524000"/>
            <a:ext cx="11091672" cy="1392176"/>
          </a:xfrm>
        </p:spPr>
        <p:txBody>
          <a:bodyPr>
            <a:sp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 rot="5400000">
            <a:off x="-3392424" y="3392424"/>
            <a:ext cx="6858000" cy="73152"/>
          </a:xfrm>
          <a:prstGeom prst="rect">
            <a:avLst/>
          </a:pr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12" name="Freeform: Shape 44"/>
          <p:cNvSpPr>
            <a:spLocks/>
          </p:cNvSpPr>
          <p:nvPr userDrawn="1"/>
        </p:nvSpPr>
        <p:spPr bwMode="auto">
          <a:xfrm flipH="1">
            <a:off x="546521" y="1186668"/>
            <a:ext cx="640080" cy="73152"/>
          </a:xfrm>
          <a:custGeom>
            <a:avLst/>
            <a:gdLst>
              <a:gd name="connsiteX0" fmla="*/ 833364 w 866779"/>
              <a:gd name="connsiteY0" fmla="*/ 91133 h 91133"/>
              <a:gd name="connsiteX1" fmla="*/ 0 w 866779"/>
              <a:gd name="connsiteY1" fmla="*/ 91133 h 91133"/>
              <a:gd name="connsiteX2" fmla="*/ 742 w 866779"/>
              <a:gd name="connsiteY2" fmla="*/ 89110 h 91133"/>
              <a:gd name="connsiteX3" fmla="*/ 0 w 866779"/>
              <a:gd name="connsiteY3" fmla="*/ 89108 h 91133"/>
              <a:gd name="connsiteX4" fmla="*/ 33416 w 866779"/>
              <a:gd name="connsiteY4" fmla="*/ 0 h 91133"/>
              <a:gd name="connsiteX5" fmla="*/ 866779 w 866779"/>
              <a:gd name="connsiteY5" fmla="*/ 0 h 91133"/>
              <a:gd name="connsiteX6" fmla="*/ 866037 w 866779"/>
              <a:gd name="connsiteY6" fmla="*/ 2024 h 91133"/>
              <a:gd name="connsiteX7" fmla="*/ 866779 w 866779"/>
              <a:gd name="connsiteY7" fmla="*/ 2025 h 9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6779" h="91133">
                <a:moveTo>
                  <a:pt x="833364" y="91133"/>
                </a:moveTo>
                <a:lnTo>
                  <a:pt x="0" y="91133"/>
                </a:lnTo>
                <a:lnTo>
                  <a:pt x="742" y="89110"/>
                </a:lnTo>
                <a:lnTo>
                  <a:pt x="0" y="89108"/>
                </a:lnTo>
                <a:lnTo>
                  <a:pt x="33416" y="0"/>
                </a:lnTo>
                <a:lnTo>
                  <a:pt x="866779" y="0"/>
                </a:lnTo>
                <a:lnTo>
                  <a:pt x="866037" y="2024"/>
                </a:lnTo>
                <a:lnTo>
                  <a:pt x="866779" y="202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4485" y="6382383"/>
            <a:ext cx="39301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13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-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521" y="554669"/>
            <a:ext cx="11091672" cy="449354"/>
          </a:xfrm>
        </p:spPr>
        <p:txBody>
          <a:bodyPr bIns="18288"/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521" y="1524000"/>
            <a:ext cx="11091672" cy="1392176"/>
          </a:xfrm>
        </p:spPr>
        <p:txBody>
          <a:bodyPr>
            <a:sp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 rot="5400000">
            <a:off x="-3392424" y="3392424"/>
            <a:ext cx="6858000" cy="73152"/>
          </a:xfrm>
          <a:prstGeom prst="rect">
            <a:avLst/>
          </a:pr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12" name="Freeform: Shape 44"/>
          <p:cNvSpPr>
            <a:spLocks/>
          </p:cNvSpPr>
          <p:nvPr userDrawn="1"/>
        </p:nvSpPr>
        <p:spPr bwMode="auto">
          <a:xfrm flipH="1">
            <a:off x="546521" y="1186668"/>
            <a:ext cx="640080" cy="73152"/>
          </a:xfrm>
          <a:custGeom>
            <a:avLst/>
            <a:gdLst>
              <a:gd name="connsiteX0" fmla="*/ 833364 w 866779"/>
              <a:gd name="connsiteY0" fmla="*/ 91133 h 91133"/>
              <a:gd name="connsiteX1" fmla="*/ 0 w 866779"/>
              <a:gd name="connsiteY1" fmla="*/ 91133 h 91133"/>
              <a:gd name="connsiteX2" fmla="*/ 742 w 866779"/>
              <a:gd name="connsiteY2" fmla="*/ 89110 h 91133"/>
              <a:gd name="connsiteX3" fmla="*/ 0 w 866779"/>
              <a:gd name="connsiteY3" fmla="*/ 89108 h 91133"/>
              <a:gd name="connsiteX4" fmla="*/ 33416 w 866779"/>
              <a:gd name="connsiteY4" fmla="*/ 0 h 91133"/>
              <a:gd name="connsiteX5" fmla="*/ 866779 w 866779"/>
              <a:gd name="connsiteY5" fmla="*/ 0 h 91133"/>
              <a:gd name="connsiteX6" fmla="*/ 866037 w 866779"/>
              <a:gd name="connsiteY6" fmla="*/ 2024 h 91133"/>
              <a:gd name="connsiteX7" fmla="*/ 866779 w 866779"/>
              <a:gd name="connsiteY7" fmla="*/ 2025 h 9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6779" h="91133">
                <a:moveTo>
                  <a:pt x="833364" y="91133"/>
                </a:moveTo>
                <a:lnTo>
                  <a:pt x="0" y="91133"/>
                </a:lnTo>
                <a:lnTo>
                  <a:pt x="742" y="89110"/>
                </a:lnTo>
                <a:lnTo>
                  <a:pt x="0" y="89108"/>
                </a:lnTo>
                <a:lnTo>
                  <a:pt x="33416" y="0"/>
                </a:lnTo>
                <a:lnTo>
                  <a:pt x="866779" y="0"/>
                </a:lnTo>
                <a:lnTo>
                  <a:pt x="866037" y="2024"/>
                </a:lnTo>
                <a:lnTo>
                  <a:pt x="866779" y="202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4485" y="6382383"/>
            <a:ext cx="39301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19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908347"/>
            <a:ext cx="11091672" cy="1558375"/>
          </a:xfrm>
        </p:spPr>
        <p:txBody>
          <a:bodyPr>
            <a:spAutoFit/>
          </a:bodyPr>
          <a:lstStyle>
            <a:lvl1pPr marL="284163" indent="-284163">
              <a:buFont typeface="Wingdings" panose="05000000000000000000" pitchFamily="2" charset="2"/>
              <a:buChar char="§"/>
              <a:defRPr/>
            </a:lvl1pPr>
            <a:lvl2pPr marL="517525" indent="-233363">
              <a:buFont typeface="Wingdings" panose="05000000000000000000" pitchFamily="2" charset="2"/>
              <a:buChar char="§"/>
              <a:defRPr/>
            </a:lvl2pPr>
            <a:lvl3pPr marL="741363" indent="-223838">
              <a:buFont typeface="Wingdings" panose="05000000000000000000" pitchFamily="2" charset="2"/>
              <a:buChar char="§"/>
              <a:defRPr/>
            </a:lvl3pPr>
            <a:lvl4pPr marL="914400" indent="-173038">
              <a:buFont typeface="Wingdings" panose="05000000000000000000" pitchFamily="2" charset="2"/>
              <a:buChar char="§"/>
              <a:defRPr/>
            </a:lvl4pPr>
            <a:lvl5pPr marL="1087438" indent="-173038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 rot="5400000">
            <a:off x="-3392424" y="3392424"/>
            <a:ext cx="6858000" cy="73152"/>
          </a:xfrm>
          <a:prstGeom prst="rect">
            <a:avLst/>
          </a:pr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47688" y="1013824"/>
            <a:ext cx="11095037" cy="441192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Body Header text</a:t>
            </a:r>
          </a:p>
        </p:txBody>
      </p:sp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546521" y="504702"/>
            <a:ext cx="11091672" cy="49859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Freeform: Shape 44"/>
          <p:cNvSpPr>
            <a:spLocks/>
          </p:cNvSpPr>
          <p:nvPr userDrawn="1"/>
        </p:nvSpPr>
        <p:spPr bwMode="auto">
          <a:xfrm flipH="1">
            <a:off x="546521" y="1524831"/>
            <a:ext cx="640080" cy="73152"/>
          </a:xfrm>
          <a:custGeom>
            <a:avLst/>
            <a:gdLst>
              <a:gd name="connsiteX0" fmla="*/ 833364 w 866779"/>
              <a:gd name="connsiteY0" fmla="*/ 91133 h 91133"/>
              <a:gd name="connsiteX1" fmla="*/ 0 w 866779"/>
              <a:gd name="connsiteY1" fmla="*/ 91133 h 91133"/>
              <a:gd name="connsiteX2" fmla="*/ 742 w 866779"/>
              <a:gd name="connsiteY2" fmla="*/ 89110 h 91133"/>
              <a:gd name="connsiteX3" fmla="*/ 0 w 866779"/>
              <a:gd name="connsiteY3" fmla="*/ 89108 h 91133"/>
              <a:gd name="connsiteX4" fmla="*/ 33416 w 866779"/>
              <a:gd name="connsiteY4" fmla="*/ 0 h 91133"/>
              <a:gd name="connsiteX5" fmla="*/ 866779 w 866779"/>
              <a:gd name="connsiteY5" fmla="*/ 0 h 91133"/>
              <a:gd name="connsiteX6" fmla="*/ 866037 w 866779"/>
              <a:gd name="connsiteY6" fmla="*/ 2024 h 91133"/>
              <a:gd name="connsiteX7" fmla="*/ 866779 w 866779"/>
              <a:gd name="connsiteY7" fmla="*/ 2025 h 9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6779" h="91133">
                <a:moveTo>
                  <a:pt x="833364" y="91133"/>
                </a:moveTo>
                <a:lnTo>
                  <a:pt x="0" y="91133"/>
                </a:lnTo>
                <a:lnTo>
                  <a:pt x="742" y="89110"/>
                </a:lnTo>
                <a:lnTo>
                  <a:pt x="0" y="89108"/>
                </a:lnTo>
                <a:lnTo>
                  <a:pt x="33416" y="0"/>
                </a:lnTo>
                <a:lnTo>
                  <a:pt x="866779" y="0"/>
                </a:lnTo>
                <a:lnTo>
                  <a:pt x="866037" y="2024"/>
                </a:lnTo>
                <a:lnTo>
                  <a:pt x="866779" y="202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9" name="Picture 8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4485" y="6382383"/>
            <a:ext cx="39301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9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7688" y="1524000"/>
            <a:ext cx="5273992" cy="1558375"/>
          </a:xfrm>
        </p:spPr>
        <p:txBody>
          <a:bodyPr>
            <a:spAutoFit/>
          </a:bodyPr>
          <a:lstStyle>
            <a:lvl1pPr marL="284163" indent="-284163">
              <a:buFont typeface="Wingdings" panose="05000000000000000000" pitchFamily="2" charset="2"/>
              <a:buChar char="§"/>
              <a:defRPr/>
            </a:lvl1pPr>
            <a:lvl2pPr marL="517525" indent="-233363">
              <a:buFont typeface="Wingdings" panose="05000000000000000000" pitchFamily="2" charset="2"/>
              <a:buChar char="§"/>
              <a:defRPr/>
            </a:lvl2pPr>
            <a:lvl3pPr marL="741363" indent="-223838">
              <a:buFont typeface="Wingdings" panose="05000000000000000000" pitchFamily="2" charset="2"/>
              <a:buChar char="§"/>
              <a:defRPr/>
            </a:lvl3pPr>
            <a:lvl4pPr marL="914400" indent="-173038">
              <a:buFont typeface="Wingdings" panose="05000000000000000000" pitchFamily="2" charset="2"/>
              <a:buChar char="§"/>
              <a:defRPr/>
            </a:lvl4pPr>
            <a:lvl5pPr marL="1087438" indent="-173038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1524000"/>
            <a:ext cx="5267873" cy="1558375"/>
          </a:xfrm>
        </p:spPr>
        <p:txBody>
          <a:bodyPr>
            <a:spAutoFit/>
          </a:bodyPr>
          <a:lstStyle>
            <a:lvl1pPr marL="284163" indent="-284163">
              <a:buFont typeface="Wingdings" panose="05000000000000000000" pitchFamily="2" charset="2"/>
              <a:buChar char="§"/>
              <a:defRPr/>
            </a:lvl1pPr>
            <a:lvl2pPr marL="517525" indent="-233363">
              <a:buFont typeface="Wingdings" panose="05000000000000000000" pitchFamily="2" charset="2"/>
              <a:buChar char="§"/>
              <a:defRPr/>
            </a:lvl2pPr>
            <a:lvl3pPr marL="741363" indent="-223838">
              <a:buFont typeface="Wingdings" panose="05000000000000000000" pitchFamily="2" charset="2"/>
              <a:buChar char="§"/>
              <a:defRPr/>
            </a:lvl3pPr>
            <a:lvl4pPr marL="914400" indent="-173038">
              <a:buFont typeface="Wingdings" panose="05000000000000000000" pitchFamily="2" charset="2"/>
              <a:buChar char="§"/>
              <a:defRPr/>
            </a:lvl4pPr>
            <a:lvl5pPr marL="1087438" indent="-173038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 rot="5400000">
            <a:off x="-3392424" y="3392424"/>
            <a:ext cx="6858000" cy="73152"/>
          </a:xfrm>
          <a:prstGeom prst="rect">
            <a:avLst/>
          </a:pr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10" name="Freeform: Shape 44"/>
          <p:cNvSpPr>
            <a:spLocks/>
          </p:cNvSpPr>
          <p:nvPr userDrawn="1"/>
        </p:nvSpPr>
        <p:spPr bwMode="auto">
          <a:xfrm flipH="1">
            <a:off x="546521" y="1186668"/>
            <a:ext cx="640080" cy="73152"/>
          </a:xfrm>
          <a:custGeom>
            <a:avLst/>
            <a:gdLst>
              <a:gd name="connsiteX0" fmla="*/ 833364 w 866779"/>
              <a:gd name="connsiteY0" fmla="*/ 91133 h 91133"/>
              <a:gd name="connsiteX1" fmla="*/ 0 w 866779"/>
              <a:gd name="connsiteY1" fmla="*/ 91133 h 91133"/>
              <a:gd name="connsiteX2" fmla="*/ 742 w 866779"/>
              <a:gd name="connsiteY2" fmla="*/ 89110 h 91133"/>
              <a:gd name="connsiteX3" fmla="*/ 0 w 866779"/>
              <a:gd name="connsiteY3" fmla="*/ 89108 h 91133"/>
              <a:gd name="connsiteX4" fmla="*/ 33416 w 866779"/>
              <a:gd name="connsiteY4" fmla="*/ 0 h 91133"/>
              <a:gd name="connsiteX5" fmla="*/ 866779 w 866779"/>
              <a:gd name="connsiteY5" fmla="*/ 0 h 91133"/>
              <a:gd name="connsiteX6" fmla="*/ 866037 w 866779"/>
              <a:gd name="connsiteY6" fmla="*/ 2024 h 91133"/>
              <a:gd name="connsiteX7" fmla="*/ 866779 w 866779"/>
              <a:gd name="connsiteY7" fmla="*/ 2025 h 9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6779" h="91133">
                <a:moveTo>
                  <a:pt x="833364" y="91133"/>
                </a:moveTo>
                <a:lnTo>
                  <a:pt x="0" y="91133"/>
                </a:lnTo>
                <a:lnTo>
                  <a:pt x="742" y="89110"/>
                </a:lnTo>
                <a:lnTo>
                  <a:pt x="0" y="89108"/>
                </a:lnTo>
                <a:lnTo>
                  <a:pt x="33416" y="0"/>
                </a:lnTo>
                <a:lnTo>
                  <a:pt x="866779" y="0"/>
                </a:lnTo>
                <a:lnTo>
                  <a:pt x="866037" y="2024"/>
                </a:lnTo>
                <a:lnTo>
                  <a:pt x="866779" y="202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9" name="Picture 8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4485" y="6382383"/>
            <a:ext cx="39301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30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 rot="5400000">
            <a:off x="-3392424" y="3392424"/>
            <a:ext cx="6858000" cy="73152"/>
          </a:xfrm>
          <a:prstGeom prst="rect">
            <a:avLst/>
          </a:pr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19" name="Content Placeholder 2"/>
          <p:cNvSpPr>
            <a:spLocks noGrp="1"/>
          </p:cNvSpPr>
          <p:nvPr>
            <p:ph sz="half" idx="10"/>
          </p:nvPr>
        </p:nvSpPr>
        <p:spPr>
          <a:xfrm>
            <a:off x="547688" y="1524000"/>
            <a:ext cx="5273992" cy="1558375"/>
          </a:xfrm>
        </p:spPr>
        <p:txBody>
          <a:bodyPr>
            <a:spAutoFit/>
          </a:bodyPr>
          <a:lstStyle>
            <a:lvl1pPr marL="284163" indent="-284163">
              <a:buFont typeface="Wingdings" panose="05000000000000000000" pitchFamily="2" charset="2"/>
              <a:buChar char="§"/>
              <a:defRPr/>
            </a:lvl1pPr>
            <a:lvl2pPr marL="517525" indent="-233363">
              <a:buFont typeface="Wingdings" panose="05000000000000000000" pitchFamily="2" charset="2"/>
              <a:buChar char="§"/>
              <a:defRPr/>
            </a:lvl2pPr>
            <a:lvl3pPr marL="741363" indent="-223838">
              <a:buFont typeface="Wingdings" panose="05000000000000000000" pitchFamily="2" charset="2"/>
              <a:buChar char="§"/>
              <a:defRPr/>
            </a:lvl3pPr>
            <a:lvl4pPr marL="914400" indent="-173038">
              <a:buFont typeface="Wingdings" panose="05000000000000000000" pitchFamily="2" charset="2"/>
              <a:buChar char="§"/>
              <a:defRPr/>
            </a:lvl4pPr>
            <a:lvl5pPr marL="1087438" indent="-173038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Freeform: Shape 44"/>
          <p:cNvSpPr>
            <a:spLocks/>
          </p:cNvSpPr>
          <p:nvPr userDrawn="1"/>
        </p:nvSpPr>
        <p:spPr bwMode="auto">
          <a:xfrm flipH="1">
            <a:off x="546521" y="1186668"/>
            <a:ext cx="640080" cy="73152"/>
          </a:xfrm>
          <a:custGeom>
            <a:avLst/>
            <a:gdLst>
              <a:gd name="connsiteX0" fmla="*/ 833364 w 866779"/>
              <a:gd name="connsiteY0" fmla="*/ 91133 h 91133"/>
              <a:gd name="connsiteX1" fmla="*/ 0 w 866779"/>
              <a:gd name="connsiteY1" fmla="*/ 91133 h 91133"/>
              <a:gd name="connsiteX2" fmla="*/ 742 w 866779"/>
              <a:gd name="connsiteY2" fmla="*/ 89110 h 91133"/>
              <a:gd name="connsiteX3" fmla="*/ 0 w 866779"/>
              <a:gd name="connsiteY3" fmla="*/ 89108 h 91133"/>
              <a:gd name="connsiteX4" fmla="*/ 33416 w 866779"/>
              <a:gd name="connsiteY4" fmla="*/ 0 h 91133"/>
              <a:gd name="connsiteX5" fmla="*/ 866779 w 866779"/>
              <a:gd name="connsiteY5" fmla="*/ 0 h 91133"/>
              <a:gd name="connsiteX6" fmla="*/ 866037 w 866779"/>
              <a:gd name="connsiteY6" fmla="*/ 2024 h 91133"/>
              <a:gd name="connsiteX7" fmla="*/ 866779 w 866779"/>
              <a:gd name="connsiteY7" fmla="*/ 2025 h 9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6779" h="91133">
                <a:moveTo>
                  <a:pt x="833364" y="91133"/>
                </a:moveTo>
                <a:lnTo>
                  <a:pt x="0" y="91133"/>
                </a:lnTo>
                <a:lnTo>
                  <a:pt x="742" y="89110"/>
                </a:lnTo>
                <a:lnTo>
                  <a:pt x="0" y="89108"/>
                </a:lnTo>
                <a:lnTo>
                  <a:pt x="33416" y="0"/>
                </a:lnTo>
                <a:lnTo>
                  <a:pt x="866779" y="0"/>
                </a:lnTo>
                <a:lnTo>
                  <a:pt x="866037" y="2024"/>
                </a:lnTo>
                <a:lnTo>
                  <a:pt x="866779" y="202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4485" y="6382383"/>
            <a:ext cx="39301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361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 rot="5400000">
            <a:off x="-3392424" y="3392424"/>
            <a:ext cx="6858000" cy="73152"/>
          </a:xfrm>
          <a:prstGeom prst="rect">
            <a:avLst/>
          </a:pr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4485" y="6382383"/>
            <a:ext cx="39301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88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(no side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4485" y="6382383"/>
            <a:ext cx="393012" cy="292608"/>
          </a:xfrm>
          <a:prstGeom prst="rect">
            <a:avLst/>
          </a:prstGeom>
        </p:spPr>
      </p:pic>
    </p:spTree>
    <p:extLst/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4485" y="6382383"/>
            <a:ext cx="39301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4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li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521" y="1759744"/>
            <a:ext cx="4707650" cy="1231106"/>
          </a:xfrm>
        </p:spPr>
        <p:txBody>
          <a:bodyPr anchor="b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47688" y="3829545"/>
            <a:ext cx="4709160" cy="7191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Body Header text</a:t>
            </a:r>
          </a:p>
        </p:txBody>
      </p:sp>
      <p:sp>
        <p:nvSpPr>
          <p:cNvPr id="8" name="Freeform: Shape 44"/>
          <p:cNvSpPr>
            <a:spLocks/>
          </p:cNvSpPr>
          <p:nvPr userDrawn="1"/>
        </p:nvSpPr>
        <p:spPr bwMode="auto">
          <a:xfrm flipH="1">
            <a:off x="546521" y="3373621"/>
            <a:ext cx="640080" cy="73152"/>
          </a:xfrm>
          <a:custGeom>
            <a:avLst/>
            <a:gdLst>
              <a:gd name="connsiteX0" fmla="*/ 833364 w 866779"/>
              <a:gd name="connsiteY0" fmla="*/ 91133 h 91133"/>
              <a:gd name="connsiteX1" fmla="*/ 0 w 866779"/>
              <a:gd name="connsiteY1" fmla="*/ 91133 h 91133"/>
              <a:gd name="connsiteX2" fmla="*/ 742 w 866779"/>
              <a:gd name="connsiteY2" fmla="*/ 89110 h 91133"/>
              <a:gd name="connsiteX3" fmla="*/ 0 w 866779"/>
              <a:gd name="connsiteY3" fmla="*/ 89108 h 91133"/>
              <a:gd name="connsiteX4" fmla="*/ 33416 w 866779"/>
              <a:gd name="connsiteY4" fmla="*/ 0 h 91133"/>
              <a:gd name="connsiteX5" fmla="*/ 866779 w 866779"/>
              <a:gd name="connsiteY5" fmla="*/ 0 h 91133"/>
              <a:gd name="connsiteX6" fmla="*/ 866037 w 866779"/>
              <a:gd name="connsiteY6" fmla="*/ 2024 h 91133"/>
              <a:gd name="connsiteX7" fmla="*/ 866779 w 866779"/>
              <a:gd name="connsiteY7" fmla="*/ 2025 h 9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6779" h="91133">
                <a:moveTo>
                  <a:pt x="833364" y="91133"/>
                </a:moveTo>
                <a:lnTo>
                  <a:pt x="0" y="91133"/>
                </a:lnTo>
                <a:lnTo>
                  <a:pt x="742" y="89110"/>
                </a:lnTo>
                <a:lnTo>
                  <a:pt x="0" y="89108"/>
                </a:lnTo>
                <a:lnTo>
                  <a:pt x="33416" y="0"/>
                </a:lnTo>
                <a:lnTo>
                  <a:pt x="866779" y="0"/>
                </a:lnTo>
                <a:lnTo>
                  <a:pt x="866037" y="2024"/>
                </a:lnTo>
                <a:lnTo>
                  <a:pt x="866779" y="2025"/>
                </a:lnTo>
                <a:close/>
              </a:path>
            </a:pathLst>
          </a:custGeom>
          <a:gradFill flip="none" rotWithShape="1">
            <a:gsLst>
              <a:gs pos="100000">
                <a:srgbClr val="FDB515"/>
              </a:gs>
              <a:gs pos="0">
                <a:srgbClr val="EC008C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7" name="Picture 6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4485" y="6382383"/>
            <a:ext cx="39301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6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l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/>
          <p:cNvSpPr>
            <a:spLocks/>
          </p:cNvSpPr>
          <p:nvPr userDrawn="1"/>
        </p:nvSpPr>
        <p:spPr bwMode="white">
          <a:xfrm>
            <a:off x="0" y="1587"/>
            <a:ext cx="6607952" cy="6856413"/>
          </a:xfrm>
          <a:custGeom>
            <a:avLst/>
            <a:gdLst>
              <a:gd name="connsiteX0" fmla="*/ 0 w 6607952"/>
              <a:gd name="connsiteY0" fmla="*/ 0 h 6856413"/>
              <a:gd name="connsiteX1" fmla="*/ 4144152 w 6607952"/>
              <a:gd name="connsiteY1" fmla="*/ 0 h 6856413"/>
              <a:gd name="connsiteX2" fmla="*/ 6607952 w 6607952"/>
              <a:gd name="connsiteY2" fmla="*/ 6856413 h 6856413"/>
              <a:gd name="connsiteX3" fmla="*/ 0 w 6607952"/>
              <a:gd name="connsiteY3" fmla="*/ 6856413 h 685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7952" h="6856413">
                <a:moveTo>
                  <a:pt x="0" y="0"/>
                </a:moveTo>
                <a:lnTo>
                  <a:pt x="4144152" y="0"/>
                </a:lnTo>
                <a:lnTo>
                  <a:pt x="6607952" y="6856413"/>
                </a:lnTo>
                <a:lnTo>
                  <a:pt x="0" y="685641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521" y="1144191"/>
            <a:ext cx="3568279" cy="1846659"/>
          </a:xfrm>
        </p:spPr>
        <p:txBody>
          <a:bodyPr anchor="b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 rot="5400000">
            <a:off x="-3392424" y="3392424"/>
            <a:ext cx="6858000" cy="73152"/>
          </a:xfrm>
          <a:prstGeom prst="rect">
            <a:avLst/>
          </a:pr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47688" y="3829545"/>
            <a:ext cx="3567112" cy="7191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Header text</a:t>
            </a:r>
          </a:p>
        </p:txBody>
      </p:sp>
      <p:sp>
        <p:nvSpPr>
          <p:cNvPr id="18" name="Footer Placeholder 3"/>
          <p:cNvSpPr txBox="1">
            <a:spLocks/>
          </p:cNvSpPr>
          <p:nvPr userDrawn="1"/>
        </p:nvSpPr>
        <p:spPr>
          <a:xfrm>
            <a:off x="1178533" y="634738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700" kern="1200" smtClean="0">
                <a:solidFill>
                  <a:srgbClr val="A6AAC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A6AACA"/>
                </a:solidFill>
              </a:rPr>
              <a:t>Information Security Level 2 – Sensitive</a:t>
            </a:r>
            <a:br>
              <a:rPr lang="en-US" dirty="0">
                <a:solidFill>
                  <a:srgbClr val="A6AACA"/>
                </a:solidFill>
              </a:rPr>
            </a:br>
            <a:r>
              <a:rPr lang="en-US" dirty="0">
                <a:solidFill>
                  <a:srgbClr val="A6AACA"/>
                </a:solidFill>
              </a:rPr>
              <a:t>© 2017 – Proprietary &amp; Confidential Information of Amdocs</a:t>
            </a:r>
          </a:p>
        </p:txBody>
      </p:sp>
      <p:sp>
        <p:nvSpPr>
          <p:cNvPr id="19" name="Freeform: Shape 44"/>
          <p:cNvSpPr>
            <a:spLocks/>
          </p:cNvSpPr>
          <p:nvPr userDrawn="1"/>
        </p:nvSpPr>
        <p:spPr bwMode="auto">
          <a:xfrm flipH="1">
            <a:off x="546521" y="3373621"/>
            <a:ext cx="640080" cy="73152"/>
          </a:xfrm>
          <a:custGeom>
            <a:avLst/>
            <a:gdLst>
              <a:gd name="connsiteX0" fmla="*/ 833364 w 866779"/>
              <a:gd name="connsiteY0" fmla="*/ 91133 h 91133"/>
              <a:gd name="connsiteX1" fmla="*/ 0 w 866779"/>
              <a:gd name="connsiteY1" fmla="*/ 91133 h 91133"/>
              <a:gd name="connsiteX2" fmla="*/ 742 w 866779"/>
              <a:gd name="connsiteY2" fmla="*/ 89110 h 91133"/>
              <a:gd name="connsiteX3" fmla="*/ 0 w 866779"/>
              <a:gd name="connsiteY3" fmla="*/ 89108 h 91133"/>
              <a:gd name="connsiteX4" fmla="*/ 33416 w 866779"/>
              <a:gd name="connsiteY4" fmla="*/ 0 h 91133"/>
              <a:gd name="connsiteX5" fmla="*/ 866779 w 866779"/>
              <a:gd name="connsiteY5" fmla="*/ 0 h 91133"/>
              <a:gd name="connsiteX6" fmla="*/ 866037 w 866779"/>
              <a:gd name="connsiteY6" fmla="*/ 2024 h 91133"/>
              <a:gd name="connsiteX7" fmla="*/ 866779 w 866779"/>
              <a:gd name="connsiteY7" fmla="*/ 2025 h 9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6779" h="91133">
                <a:moveTo>
                  <a:pt x="833364" y="91133"/>
                </a:moveTo>
                <a:lnTo>
                  <a:pt x="0" y="91133"/>
                </a:lnTo>
                <a:lnTo>
                  <a:pt x="742" y="89110"/>
                </a:lnTo>
                <a:lnTo>
                  <a:pt x="0" y="89108"/>
                </a:lnTo>
                <a:lnTo>
                  <a:pt x="33416" y="0"/>
                </a:lnTo>
                <a:lnTo>
                  <a:pt x="866779" y="0"/>
                </a:lnTo>
                <a:lnTo>
                  <a:pt x="866037" y="2024"/>
                </a:lnTo>
                <a:lnTo>
                  <a:pt x="866779" y="20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11" name="Picture 10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4485" y="6382383"/>
            <a:ext cx="393012" cy="292608"/>
          </a:xfrm>
          <a:prstGeom prst="rect">
            <a:avLst/>
          </a:prstGeom>
        </p:spPr>
      </p:pic>
      <p:sp>
        <p:nvSpPr>
          <p:cNvPr id="12" name="Footer Placeholder 3"/>
          <p:cNvSpPr txBox="1">
            <a:spLocks/>
          </p:cNvSpPr>
          <p:nvPr userDrawn="1"/>
        </p:nvSpPr>
        <p:spPr>
          <a:xfrm>
            <a:off x="548640" y="6347385"/>
            <a:ext cx="62989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700" kern="1200" smtClean="0">
                <a:solidFill>
                  <a:srgbClr val="A6AAC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C81157-9992-4BD3-B8A9-14B1E5882052}" type="slidenum">
              <a:rPr lang="en-US" sz="1200" smtClean="0">
                <a:solidFill>
                  <a:srgbClr val="A6AACA"/>
                </a:solidFill>
              </a:rPr>
              <a:t>‹#›</a:t>
            </a:fld>
            <a:endParaRPr lang="en-US" sz="1200" dirty="0">
              <a:solidFill>
                <a:srgbClr val="A6AA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76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Utilit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11"/>
          <a:stretch/>
        </p:blipFill>
        <p:spPr>
          <a:xfrm>
            <a:off x="4743450" y="-1"/>
            <a:ext cx="7448550" cy="6858001"/>
          </a:xfrm>
          <a:prstGeom prst="rect">
            <a:avLst/>
          </a:prstGeom>
        </p:spPr>
      </p:pic>
      <p:sp useBgFill="1">
        <p:nvSpPr>
          <p:cNvPr id="9" name="Freeform: Shape 8"/>
          <p:cNvSpPr>
            <a:spLocks/>
          </p:cNvSpPr>
          <p:nvPr userDrawn="1"/>
        </p:nvSpPr>
        <p:spPr bwMode="white">
          <a:xfrm>
            <a:off x="4087906" y="794"/>
            <a:ext cx="5312070" cy="6857206"/>
          </a:xfrm>
          <a:custGeom>
            <a:avLst/>
            <a:gdLst>
              <a:gd name="connsiteX0" fmla="*/ 0 w 5312070"/>
              <a:gd name="connsiteY0" fmla="*/ 0 h 6857206"/>
              <a:gd name="connsiteX1" fmla="*/ 2848270 w 5312070"/>
              <a:gd name="connsiteY1" fmla="*/ 0 h 6857206"/>
              <a:gd name="connsiteX2" fmla="*/ 5312070 w 5312070"/>
              <a:gd name="connsiteY2" fmla="*/ 6857206 h 6857206"/>
              <a:gd name="connsiteX3" fmla="*/ 0 w 5312070"/>
              <a:gd name="connsiteY3" fmla="*/ 6857206 h 685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2070" h="6857206">
                <a:moveTo>
                  <a:pt x="0" y="0"/>
                </a:moveTo>
                <a:lnTo>
                  <a:pt x="2848270" y="0"/>
                </a:lnTo>
                <a:lnTo>
                  <a:pt x="5312070" y="6857206"/>
                </a:lnTo>
                <a:lnTo>
                  <a:pt x="0" y="6857206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54485" y="6382383"/>
            <a:ext cx="393012" cy="2926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521" y="1524000"/>
            <a:ext cx="11091672" cy="1392176"/>
          </a:xfrm>
        </p:spPr>
        <p:txBody>
          <a:bodyPr>
            <a:sp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 rot="5400000">
            <a:off x="-3392424" y="3392424"/>
            <a:ext cx="6858000" cy="73152"/>
          </a:xfrm>
          <a:prstGeom prst="rect">
            <a:avLst/>
          </a:pr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12" name="Freeform: Shape 44"/>
          <p:cNvSpPr>
            <a:spLocks/>
          </p:cNvSpPr>
          <p:nvPr userDrawn="1"/>
        </p:nvSpPr>
        <p:spPr bwMode="auto">
          <a:xfrm flipH="1">
            <a:off x="546521" y="1186668"/>
            <a:ext cx="640080" cy="73152"/>
          </a:xfrm>
          <a:custGeom>
            <a:avLst/>
            <a:gdLst>
              <a:gd name="connsiteX0" fmla="*/ 833364 w 866779"/>
              <a:gd name="connsiteY0" fmla="*/ 91133 h 91133"/>
              <a:gd name="connsiteX1" fmla="*/ 0 w 866779"/>
              <a:gd name="connsiteY1" fmla="*/ 91133 h 91133"/>
              <a:gd name="connsiteX2" fmla="*/ 742 w 866779"/>
              <a:gd name="connsiteY2" fmla="*/ 89110 h 91133"/>
              <a:gd name="connsiteX3" fmla="*/ 0 w 866779"/>
              <a:gd name="connsiteY3" fmla="*/ 89108 h 91133"/>
              <a:gd name="connsiteX4" fmla="*/ 33416 w 866779"/>
              <a:gd name="connsiteY4" fmla="*/ 0 h 91133"/>
              <a:gd name="connsiteX5" fmla="*/ 866779 w 866779"/>
              <a:gd name="connsiteY5" fmla="*/ 0 h 91133"/>
              <a:gd name="connsiteX6" fmla="*/ 866037 w 866779"/>
              <a:gd name="connsiteY6" fmla="*/ 2024 h 91133"/>
              <a:gd name="connsiteX7" fmla="*/ 866779 w 866779"/>
              <a:gd name="connsiteY7" fmla="*/ 2025 h 9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6779" h="91133">
                <a:moveTo>
                  <a:pt x="833364" y="91133"/>
                </a:moveTo>
                <a:lnTo>
                  <a:pt x="0" y="91133"/>
                </a:lnTo>
                <a:lnTo>
                  <a:pt x="742" y="89110"/>
                </a:lnTo>
                <a:lnTo>
                  <a:pt x="0" y="89108"/>
                </a:lnTo>
                <a:lnTo>
                  <a:pt x="33416" y="0"/>
                </a:lnTo>
                <a:lnTo>
                  <a:pt x="866779" y="0"/>
                </a:lnTo>
                <a:lnTo>
                  <a:pt x="866037" y="2024"/>
                </a:lnTo>
                <a:lnTo>
                  <a:pt x="866779" y="202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3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46220" y="0"/>
            <a:ext cx="8145780" cy="6858000"/>
          </a:xfrm>
          <a:prstGeom prst="rect">
            <a:avLst/>
          </a:prstGeom>
        </p:spPr>
      </p:pic>
      <p:sp>
        <p:nvSpPr>
          <p:cNvPr id="31" name="Freeform: Shape 13"/>
          <p:cNvSpPr>
            <a:spLocks/>
          </p:cNvSpPr>
          <p:nvPr userDrawn="1"/>
        </p:nvSpPr>
        <p:spPr bwMode="white">
          <a:xfrm>
            <a:off x="0" y="794"/>
            <a:ext cx="6607952" cy="6857206"/>
          </a:xfrm>
          <a:custGeom>
            <a:avLst/>
            <a:gdLst>
              <a:gd name="connsiteX0" fmla="*/ 0 w 6607952"/>
              <a:gd name="connsiteY0" fmla="*/ 0 h 6856413"/>
              <a:gd name="connsiteX1" fmla="*/ 4144152 w 6607952"/>
              <a:gd name="connsiteY1" fmla="*/ 0 h 6856413"/>
              <a:gd name="connsiteX2" fmla="*/ 6607952 w 6607952"/>
              <a:gd name="connsiteY2" fmla="*/ 6856413 h 6856413"/>
              <a:gd name="connsiteX3" fmla="*/ 0 w 6607952"/>
              <a:gd name="connsiteY3" fmla="*/ 6856413 h 685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7952" h="6856413">
                <a:moveTo>
                  <a:pt x="0" y="0"/>
                </a:moveTo>
                <a:lnTo>
                  <a:pt x="4144152" y="0"/>
                </a:lnTo>
                <a:lnTo>
                  <a:pt x="6607952" y="6856413"/>
                </a:lnTo>
                <a:lnTo>
                  <a:pt x="0" y="68564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6"/>
          <p:cNvSpPr>
            <a:spLocks noEditPoints="1"/>
          </p:cNvSpPr>
          <p:nvPr userDrawn="1"/>
        </p:nvSpPr>
        <p:spPr bwMode="auto">
          <a:xfrm>
            <a:off x="1588" y="1588"/>
            <a:ext cx="12188825" cy="6858000"/>
          </a:xfrm>
          <a:custGeom>
            <a:avLst/>
            <a:gdLst>
              <a:gd name="T0" fmla="*/ 7678 w 7678"/>
              <a:gd name="T1" fmla="*/ 0 h 4320"/>
              <a:gd name="T2" fmla="*/ 0 w 7678"/>
              <a:gd name="T3" fmla="*/ 0 h 4320"/>
              <a:gd name="T4" fmla="*/ 0 w 7678"/>
              <a:gd name="T5" fmla="*/ 379 h 4320"/>
              <a:gd name="T6" fmla="*/ 176 w 7678"/>
              <a:gd name="T7" fmla="*/ 379 h 4320"/>
              <a:gd name="T8" fmla="*/ 1216 w 7678"/>
              <a:gd name="T9" fmla="*/ 3929 h 4320"/>
              <a:gd name="T10" fmla="*/ 0 w 7678"/>
              <a:gd name="T11" fmla="*/ 3929 h 4320"/>
              <a:gd name="T12" fmla="*/ 0 w 7678"/>
              <a:gd name="T13" fmla="*/ 4320 h 4320"/>
              <a:gd name="T14" fmla="*/ 7678 w 7678"/>
              <a:gd name="T15" fmla="*/ 4320 h 4320"/>
              <a:gd name="T16" fmla="*/ 1510 w 7678"/>
              <a:gd name="T17" fmla="*/ 3929 h 4320"/>
              <a:gd name="T18" fmla="*/ 469 w 7678"/>
              <a:gd name="T19" fmla="*/ 379 h 4320"/>
              <a:gd name="T20" fmla="*/ 808 w 7678"/>
              <a:gd name="T21" fmla="*/ 379 h 4320"/>
              <a:gd name="T22" fmla="*/ 1848 w 7678"/>
              <a:gd name="T23" fmla="*/ 3929 h 4320"/>
              <a:gd name="T24" fmla="*/ 1510 w 7678"/>
              <a:gd name="T25" fmla="*/ 3929 h 4320"/>
              <a:gd name="T26" fmla="*/ 2170 w 7678"/>
              <a:gd name="T27" fmla="*/ 3929 h 4320"/>
              <a:gd name="T28" fmla="*/ 1130 w 7678"/>
              <a:gd name="T29" fmla="*/ 379 h 4320"/>
              <a:gd name="T30" fmla="*/ 3421 w 7678"/>
              <a:gd name="T31" fmla="*/ 379 h 4320"/>
              <a:gd name="T32" fmla="*/ 4461 w 7678"/>
              <a:gd name="T33" fmla="*/ 3929 h 4320"/>
              <a:gd name="T34" fmla="*/ 2170 w 7678"/>
              <a:gd name="T35" fmla="*/ 3929 h 4320"/>
              <a:gd name="T36" fmla="*/ 4519 w 7678"/>
              <a:gd name="T37" fmla="*/ 3929 h 4320"/>
              <a:gd name="T38" fmla="*/ 3479 w 7678"/>
              <a:gd name="T39" fmla="*/ 379 h 4320"/>
              <a:gd name="T40" fmla="*/ 3542 w 7678"/>
              <a:gd name="T41" fmla="*/ 379 h 4320"/>
              <a:gd name="T42" fmla="*/ 4583 w 7678"/>
              <a:gd name="T43" fmla="*/ 3929 h 4320"/>
              <a:gd name="T44" fmla="*/ 4519 w 7678"/>
              <a:gd name="T45" fmla="*/ 3929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7678" h="4320">
                <a:moveTo>
                  <a:pt x="7678" y="0"/>
                </a:moveTo>
                <a:lnTo>
                  <a:pt x="0" y="0"/>
                </a:lnTo>
                <a:lnTo>
                  <a:pt x="0" y="379"/>
                </a:lnTo>
                <a:lnTo>
                  <a:pt x="176" y="379"/>
                </a:lnTo>
                <a:lnTo>
                  <a:pt x="1216" y="3929"/>
                </a:lnTo>
                <a:lnTo>
                  <a:pt x="0" y="3929"/>
                </a:lnTo>
                <a:lnTo>
                  <a:pt x="0" y="4320"/>
                </a:lnTo>
                <a:lnTo>
                  <a:pt x="7678" y="4320"/>
                </a:lnTo>
                <a:moveTo>
                  <a:pt x="1510" y="3929"/>
                </a:moveTo>
                <a:lnTo>
                  <a:pt x="469" y="379"/>
                </a:lnTo>
                <a:lnTo>
                  <a:pt x="808" y="379"/>
                </a:lnTo>
                <a:lnTo>
                  <a:pt x="1848" y="3929"/>
                </a:lnTo>
                <a:lnTo>
                  <a:pt x="1510" y="3929"/>
                </a:lnTo>
                <a:moveTo>
                  <a:pt x="2170" y="3929"/>
                </a:moveTo>
                <a:lnTo>
                  <a:pt x="1130" y="379"/>
                </a:lnTo>
                <a:lnTo>
                  <a:pt x="3421" y="379"/>
                </a:lnTo>
                <a:lnTo>
                  <a:pt x="4461" y="3929"/>
                </a:lnTo>
                <a:lnTo>
                  <a:pt x="2170" y="3929"/>
                </a:lnTo>
                <a:moveTo>
                  <a:pt x="4519" y="3929"/>
                </a:moveTo>
                <a:lnTo>
                  <a:pt x="3479" y="379"/>
                </a:lnTo>
                <a:lnTo>
                  <a:pt x="3542" y="379"/>
                </a:lnTo>
                <a:lnTo>
                  <a:pt x="4583" y="3929"/>
                </a:lnTo>
                <a:lnTo>
                  <a:pt x="4519" y="3929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47688" y="3829545"/>
            <a:ext cx="4709160" cy="7191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Body Header text</a:t>
            </a:r>
          </a:p>
        </p:txBody>
      </p:sp>
      <p:sp>
        <p:nvSpPr>
          <p:cNvPr id="20" name="Freeform: Shape 44"/>
          <p:cNvSpPr>
            <a:spLocks/>
          </p:cNvSpPr>
          <p:nvPr userDrawn="1"/>
        </p:nvSpPr>
        <p:spPr bwMode="auto">
          <a:xfrm flipH="1">
            <a:off x="546521" y="3373621"/>
            <a:ext cx="640080" cy="73152"/>
          </a:xfrm>
          <a:custGeom>
            <a:avLst/>
            <a:gdLst>
              <a:gd name="connsiteX0" fmla="*/ 833364 w 866779"/>
              <a:gd name="connsiteY0" fmla="*/ 91133 h 91133"/>
              <a:gd name="connsiteX1" fmla="*/ 0 w 866779"/>
              <a:gd name="connsiteY1" fmla="*/ 91133 h 91133"/>
              <a:gd name="connsiteX2" fmla="*/ 742 w 866779"/>
              <a:gd name="connsiteY2" fmla="*/ 89110 h 91133"/>
              <a:gd name="connsiteX3" fmla="*/ 0 w 866779"/>
              <a:gd name="connsiteY3" fmla="*/ 89108 h 91133"/>
              <a:gd name="connsiteX4" fmla="*/ 33416 w 866779"/>
              <a:gd name="connsiteY4" fmla="*/ 0 h 91133"/>
              <a:gd name="connsiteX5" fmla="*/ 866779 w 866779"/>
              <a:gd name="connsiteY5" fmla="*/ 0 h 91133"/>
              <a:gd name="connsiteX6" fmla="*/ 866037 w 866779"/>
              <a:gd name="connsiteY6" fmla="*/ 2024 h 91133"/>
              <a:gd name="connsiteX7" fmla="*/ 866779 w 866779"/>
              <a:gd name="connsiteY7" fmla="*/ 2025 h 9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6779" h="91133">
                <a:moveTo>
                  <a:pt x="833364" y="91133"/>
                </a:moveTo>
                <a:lnTo>
                  <a:pt x="0" y="91133"/>
                </a:lnTo>
                <a:lnTo>
                  <a:pt x="742" y="89110"/>
                </a:lnTo>
                <a:lnTo>
                  <a:pt x="0" y="89108"/>
                </a:lnTo>
                <a:lnTo>
                  <a:pt x="33416" y="0"/>
                </a:lnTo>
                <a:lnTo>
                  <a:pt x="866779" y="0"/>
                </a:lnTo>
                <a:lnTo>
                  <a:pt x="866037" y="2024"/>
                </a:lnTo>
                <a:lnTo>
                  <a:pt x="866779" y="202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46521" y="1759744"/>
            <a:ext cx="4505770" cy="1231106"/>
          </a:xfr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6" name="Footer Placeholder 3"/>
          <p:cNvSpPr txBox="1">
            <a:spLocks/>
          </p:cNvSpPr>
          <p:nvPr userDrawn="1"/>
        </p:nvSpPr>
        <p:spPr>
          <a:xfrm>
            <a:off x="1178533" y="634738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700" kern="1200" smtClean="0">
                <a:solidFill>
                  <a:srgbClr val="A6AAC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C80A5"/>
                </a:solidFill>
              </a:rPr>
              <a:t>Information Security Level 2 – Sensitive</a:t>
            </a:r>
            <a:br>
              <a:rPr lang="en-US" dirty="0">
                <a:solidFill>
                  <a:srgbClr val="6C80A5"/>
                </a:solidFill>
              </a:rPr>
            </a:br>
            <a:r>
              <a:rPr lang="en-US" dirty="0">
                <a:solidFill>
                  <a:srgbClr val="6C80A5"/>
                </a:solidFill>
              </a:rPr>
              <a:t>© 2017 – Proprietary &amp; Confidential Information of Amdocs</a:t>
            </a:r>
          </a:p>
        </p:txBody>
      </p:sp>
      <p:sp>
        <p:nvSpPr>
          <p:cNvPr id="30" name="Rectangle 29"/>
          <p:cNvSpPr/>
          <p:nvPr userDrawn="1"/>
        </p:nvSpPr>
        <p:spPr>
          <a:xfrm rot="5400000">
            <a:off x="-3392424" y="3392424"/>
            <a:ext cx="6858000" cy="73152"/>
          </a:xfrm>
          <a:prstGeom prst="rect">
            <a:avLst/>
          </a:pr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pic>
        <p:nvPicPr>
          <p:cNvPr id="12" name="Picture 11"/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54485" y="6382383"/>
            <a:ext cx="393012" cy="292607"/>
          </a:xfrm>
          <a:prstGeom prst="rect">
            <a:avLst/>
          </a:prstGeom>
        </p:spPr>
      </p:pic>
      <p:sp>
        <p:nvSpPr>
          <p:cNvPr id="13" name="Footer Placeholder 3"/>
          <p:cNvSpPr txBox="1">
            <a:spLocks/>
          </p:cNvSpPr>
          <p:nvPr userDrawn="1"/>
        </p:nvSpPr>
        <p:spPr>
          <a:xfrm>
            <a:off x="548640" y="6347385"/>
            <a:ext cx="62989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700" kern="1200" smtClean="0">
                <a:solidFill>
                  <a:srgbClr val="A6AAC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C81157-9992-4BD3-B8A9-14B1E5882052}" type="slidenum">
              <a:rPr lang="en-US" sz="1200" smtClean="0">
                <a:solidFill>
                  <a:srgbClr val="6C80A5"/>
                </a:solidFill>
              </a:rPr>
              <a:t>‹#›</a:t>
            </a:fld>
            <a:endParaRPr lang="en-US" sz="1200" dirty="0">
              <a:solidFill>
                <a:srgbClr val="6C80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749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7429500" cy="6858000"/>
          </a:xfrm>
          <a:prstGeom prst="rect">
            <a:avLst/>
          </a:prstGeom>
        </p:spPr>
      </p:pic>
      <p:sp>
        <p:nvSpPr>
          <p:cNvPr id="15" name="Freeform 5"/>
          <p:cNvSpPr>
            <a:spLocks noEditPoints="1"/>
          </p:cNvSpPr>
          <p:nvPr userDrawn="1"/>
        </p:nvSpPr>
        <p:spPr bwMode="auto">
          <a:xfrm>
            <a:off x="0" y="0"/>
            <a:ext cx="12214226" cy="6858000"/>
          </a:xfrm>
          <a:custGeom>
            <a:avLst/>
            <a:gdLst>
              <a:gd name="T0" fmla="*/ 0 w 7694"/>
              <a:gd name="T1" fmla="*/ 4320 h 4320"/>
              <a:gd name="T2" fmla="*/ 7694 w 7694"/>
              <a:gd name="T3" fmla="*/ 4320 h 4320"/>
              <a:gd name="T4" fmla="*/ 7694 w 7694"/>
              <a:gd name="T5" fmla="*/ 0 h 4320"/>
              <a:gd name="T6" fmla="*/ 0 w 7694"/>
              <a:gd name="T7" fmla="*/ 0 h 4320"/>
              <a:gd name="T8" fmla="*/ 0 w 7694"/>
              <a:gd name="T9" fmla="*/ 354 h 4320"/>
              <a:gd name="T10" fmla="*/ 179 w 7694"/>
              <a:gd name="T11" fmla="*/ 354 h 4320"/>
              <a:gd name="T12" fmla="*/ 1238 w 7694"/>
              <a:gd name="T13" fmla="*/ 3966 h 4320"/>
              <a:gd name="T14" fmla="*/ 0 w 7694"/>
              <a:gd name="T15" fmla="*/ 3966 h 4320"/>
              <a:gd name="T16" fmla="*/ 0 w 7694"/>
              <a:gd name="T17" fmla="*/ 4320 h 4320"/>
              <a:gd name="T18" fmla="*/ 3607 w 7694"/>
              <a:gd name="T19" fmla="*/ 354 h 4320"/>
              <a:gd name="T20" fmla="*/ 4668 w 7694"/>
              <a:gd name="T21" fmla="*/ 3966 h 4320"/>
              <a:gd name="T22" fmla="*/ 4604 w 7694"/>
              <a:gd name="T23" fmla="*/ 3966 h 4320"/>
              <a:gd name="T24" fmla="*/ 3543 w 7694"/>
              <a:gd name="T25" fmla="*/ 354 h 4320"/>
              <a:gd name="T26" fmla="*/ 3607 w 7694"/>
              <a:gd name="T27" fmla="*/ 354 h 4320"/>
              <a:gd name="T28" fmla="*/ 3485 w 7694"/>
              <a:gd name="T29" fmla="*/ 354 h 4320"/>
              <a:gd name="T30" fmla="*/ 4544 w 7694"/>
              <a:gd name="T31" fmla="*/ 3966 h 4320"/>
              <a:gd name="T32" fmla="*/ 2209 w 7694"/>
              <a:gd name="T33" fmla="*/ 3966 h 4320"/>
              <a:gd name="T34" fmla="*/ 1150 w 7694"/>
              <a:gd name="T35" fmla="*/ 354 h 4320"/>
              <a:gd name="T36" fmla="*/ 3485 w 7694"/>
              <a:gd name="T37" fmla="*/ 354 h 4320"/>
              <a:gd name="T38" fmla="*/ 478 w 7694"/>
              <a:gd name="T39" fmla="*/ 354 h 4320"/>
              <a:gd name="T40" fmla="*/ 822 w 7694"/>
              <a:gd name="T41" fmla="*/ 354 h 4320"/>
              <a:gd name="T42" fmla="*/ 1882 w 7694"/>
              <a:gd name="T43" fmla="*/ 3966 h 4320"/>
              <a:gd name="T44" fmla="*/ 1537 w 7694"/>
              <a:gd name="T45" fmla="*/ 3966 h 4320"/>
              <a:gd name="T46" fmla="*/ 478 w 7694"/>
              <a:gd name="T47" fmla="*/ 354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694" h="4320">
                <a:moveTo>
                  <a:pt x="0" y="4320"/>
                </a:moveTo>
                <a:lnTo>
                  <a:pt x="7694" y="4320"/>
                </a:lnTo>
                <a:lnTo>
                  <a:pt x="7694" y="0"/>
                </a:lnTo>
                <a:lnTo>
                  <a:pt x="0" y="0"/>
                </a:lnTo>
                <a:lnTo>
                  <a:pt x="0" y="354"/>
                </a:lnTo>
                <a:lnTo>
                  <a:pt x="179" y="354"/>
                </a:lnTo>
                <a:lnTo>
                  <a:pt x="1238" y="3966"/>
                </a:lnTo>
                <a:lnTo>
                  <a:pt x="0" y="3966"/>
                </a:lnTo>
                <a:lnTo>
                  <a:pt x="0" y="4320"/>
                </a:lnTo>
                <a:close/>
                <a:moveTo>
                  <a:pt x="3607" y="354"/>
                </a:moveTo>
                <a:lnTo>
                  <a:pt x="4668" y="3966"/>
                </a:lnTo>
                <a:lnTo>
                  <a:pt x="4604" y="3966"/>
                </a:lnTo>
                <a:lnTo>
                  <a:pt x="3543" y="354"/>
                </a:lnTo>
                <a:lnTo>
                  <a:pt x="3607" y="354"/>
                </a:lnTo>
                <a:close/>
                <a:moveTo>
                  <a:pt x="3485" y="354"/>
                </a:moveTo>
                <a:lnTo>
                  <a:pt x="4544" y="3966"/>
                </a:lnTo>
                <a:lnTo>
                  <a:pt x="2209" y="3966"/>
                </a:lnTo>
                <a:lnTo>
                  <a:pt x="1150" y="354"/>
                </a:lnTo>
                <a:lnTo>
                  <a:pt x="3485" y="354"/>
                </a:lnTo>
                <a:close/>
                <a:moveTo>
                  <a:pt x="478" y="354"/>
                </a:moveTo>
                <a:lnTo>
                  <a:pt x="822" y="354"/>
                </a:lnTo>
                <a:lnTo>
                  <a:pt x="1882" y="3966"/>
                </a:lnTo>
                <a:lnTo>
                  <a:pt x="1537" y="3966"/>
                </a:lnTo>
                <a:lnTo>
                  <a:pt x="478" y="3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7575" y="2003489"/>
            <a:ext cx="4375150" cy="1231106"/>
          </a:xfrm>
        </p:spPr>
        <p:txBody>
          <a:bodyPr anchor="b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67575" y="4026609"/>
            <a:ext cx="4375150" cy="307777"/>
          </a:xfrm>
        </p:spPr>
        <p:txBody>
          <a:bodyPr wrap="square">
            <a:sp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7" name="Freeform: Shape 44"/>
          <p:cNvSpPr>
            <a:spLocks/>
          </p:cNvSpPr>
          <p:nvPr userDrawn="1"/>
        </p:nvSpPr>
        <p:spPr bwMode="auto">
          <a:xfrm flipH="1">
            <a:off x="7267575" y="3594026"/>
            <a:ext cx="640080" cy="73152"/>
          </a:xfrm>
          <a:custGeom>
            <a:avLst/>
            <a:gdLst>
              <a:gd name="connsiteX0" fmla="*/ 833364 w 866779"/>
              <a:gd name="connsiteY0" fmla="*/ 91133 h 91133"/>
              <a:gd name="connsiteX1" fmla="*/ 0 w 866779"/>
              <a:gd name="connsiteY1" fmla="*/ 91133 h 91133"/>
              <a:gd name="connsiteX2" fmla="*/ 742 w 866779"/>
              <a:gd name="connsiteY2" fmla="*/ 89110 h 91133"/>
              <a:gd name="connsiteX3" fmla="*/ 0 w 866779"/>
              <a:gd name="connsiteY3" fmla="*/ 89108 h 91133"/>
              <a:gd name="connsiteX4" fmla="*/ 33416 w 866779"/>
              <a:gd name="connsiteY4" fmla="*/ 0 h 91133"/>
              <a:gd name="connsiteX5" fmla="*/ 866779 w 866779"/>
              <a:gd name="connsiteY5" fmla="*/ 0 h 91133"/>
              <a:gd name="connsiteX6" fmla="*/ 866037 w 866779"/>
              <a:gd name="connsiteY6" fmla="*/ 2024 h 91133"/>
              <a:gd name="connsiteX7" fmla="*/ 866779 w 866779"/>
              <a:gd name="connsiteY7" fmla="*/ 2025 h 9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6779" h="91133">
                <a:moveTo>
                  <a:pt x="833364" y="91133"/>
                </a:moveTo>
                <a:lnTo>
                  <a:pt x="0" y="91133"/>
                </a:lnTo>
                <a:lnTo>
                  <a:pt x="742" y="89110"/>
                </a:lnTo>
                <a:lnTo>
                  <a:pt x="0" y="89108"/>
                </a:lnTo>
                <a:lnTo>
                  <a:pt x="33416" y="0"/>
                </a:lnTo>
                <a:lnTo>
                  <a:pt x="866779" y="0"/>
                </a:lnTo>
                <a:lnTo>
                  <a:pt x="866037" y="2024"/>
                </a:lnTo>
                <a:lnTo>
                  <a:pt x="866779" y="2025"/>
                </a:lnTo>
                <a:close/>
              </a:path>
            </a:pathLst>
          </a:custGeom>
          <a:gradFill flip="none" rotWithShape="1">
            <a:gsLst>
              <a:gs pos="100000">
                <a:srgbClr val="FDB515"/>
              </a:gs>
              <a:gs pos="0">
                <a:srgbClr val="EC008C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20" name="Footer Placeholder 3"/>
          <p:cNvSpPr txBox="1">
            <a:spLocks/>
          </p:cNvSpPr>
          <p:nvPr userDrawn="1"/>
        </p:nvSpPr>
        <p:spPr>
          <a:xfrm>
            <a:off x="1178533" y="634738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700" kern="1200" smtClean="0">
                <a:solidFill>
                  <a:srgbClr val="A6AAC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C80A5"/>
                </a:solidFill>
              </a:rPr>
              <a:t>Information Security Level 2 – Sensitive</a:t>
            </a:r>
            <a:br>
              <a:rPr lang="en-US" dirty="0">
                <a:solidFill>
                  <a:srgbClr val="6C80A5"/>
                </a:solidFill>
              </a:rPr>
            </a:br>
            <a:r>
              <a:rPr lang="en-US" dirty="0">
                <a:solidFill>
                  <a:srgbClr val="6C80A5"/>
                </a:solidFill>
              </a:rPr>
              <a:t>© 2017 – Proprietary &amp; Confidential Information of Amdocs</a:t>
            </a:r>
          </a:p>
        </p:txBody>
      </p:sp>
      <p:sp>
        <p:nvSpPr>
          <p:cNvPr id="22" name="Freeform: Shape 21"/>
          <p:cNvSpPr>
            <a:spLocks/>
          </p:cNvSpPr>
          <p:nvPr userDrawn="1"/>
        </p:nvSpPr>
        <p:spPr bwMode="auto">
          <a:xfrm>
            <a:off x="378341" y="561974"/>
            <a:ext cx="1771683" cy="5724525"/>
          </a:xfrm>
          <a:custGeom>
            <a:avLst/>
            <a:gdLst>
              <a:gd name="connsiteX0" fmla="*/ 0 w 1771683"/>
              <a:gd name="connsiteY0" fmla="*/ 0 h 5724525"/>
              <a:gd name="connsiteX1" fmla="*/ 91133 w 1771683"/>
              <a:gd name="connsiteY1" fmla="*/ 0 h 5724525"/>
              <a:gd name="connsiteX2" fmla="*/ 1771683 w 1771683"/>
              <a:gd name="connsiteY2" fmla="*/ 5724525 h 5724525"/>
              <a:gd name="connsiteX3" fmla="*/ 1668106 w 1771683"/>
              <a:gd name="connsiteY3" fmla="*/ 5724525 h 5724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1683" h="5724525">
                <a:moveTo>
                  <a:pt x="0" y="0"/>
                </a:moveTo>
                <a:lnTo>
                  <a:pt x="91133" y="0"/>
                </a:lnTo>
                <a:lnTo>
                  <a:pt x="1771683" y="5724525"/>
                </a:lnTo>
                <a:lnTo>
                  <a:pt x="1668106" y="5724525"/>
                </a:lnTo>
                <a:close/>
              </a:path>
            </a:pathLst>
          </a:cu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1" name="Picture 10"/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54485" y="6382383"/>
            <a:ext cx="393012" cy="292608"/>
          </a:xfrm>
          <a:prstGeom prst="rect">
            <a:avLst/>
          </a:prstGeom>
        </p:spPr>
      </p:pic>
      <p:sp>
        <p:nvSpPr>
          <p:cNvPr id="12" name="Footer Placeholder 3"/>
          <p:cNvSpPr txBox="1">
            <a:spLocks/>
          </p:cNvSpPr>
          <p:nvPr userDrawn="1"/>
        </p:nvSpPr>
        <p:spPr>
          <a:xfrm>
            <a:off x="548640" y="6347385"/>
            <a:ext cx="62989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700" kern="1200" smtClean="0">
                <a:solidFill>
                  <a:srgbClr val="A6AAC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C81157-9992-4BD3-B8A9-14B1E5882052}" type="slidenum">
              <a:rPr lang="en-US" sz="1200" smtClean="0">
                <a:solidFill>
                  <a:srgbClr val="6C80A5"/>
                </a:solidFill>
              </a:rPr>
              <a:t>‹#›</a:t>
            </a:fld>
            <a:endParaRPr lang="en-US" sz="1200" dirty="0">
              <a:solidFill>
                <a:srgbClr val="6C80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38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7513320" cy="6858000"/>
          </a:xfrm>
          <a:prstGeom prst="rect">
            <a:avLst/>
          </a:prstGeom>
        </p:spPr>
      </p:pic>
      <p:sp>
        <p:nvSpPr>
          <p:cNvPr id="14" name="Freeform 5"/>
          <p:cNvSpPr>
            <a:spLocks noEditPoints="1"/>
          </p:cNvSpPr>
          <p:nvPr userDrawn="1"/>
        </p:nvSpPr>
        <p:spPr bwMode="auto">
          <a:xfrm>
            <a:off x="0" y="0"/>
            <a:ext cx="12214226" cy="6858000"/>
          </a:xfrm>
          <a:custGeom>
            <a:avLst/>
            <a:gdLst>
              <a:gd name="T0" fmla="*/ 0 w 7694"/>
              <a:gd name="T1" fmla="*/ 4320 h 4320"/>
              <a:gd name="T2" fmla="*/ 7694 w 7694"/>
              <a:gd name="T3" fmla="*/ 4320 h 4320"/>
              <a:gd name="T4" fmla="*/ 7694 w 7694"/>
              <a:gd name="T5" fmla="*/ 0 h 4320"/>
              <a:gd name="T6" fmla="*/ 0 w 7694"/>
              <a:gd name="T7" fmla="*/ 0 h 4320"/>
              <a:gd name="T8" fmla="*/ 0 w 7694"/>
              <a:gd name="T9" fmla="*/ 354 h 4320"/>
              <a:gd name="T10" fmla="*/ 179 w 7694"/>
              <a:gd name="T11" fmla="*/ 354 h 4320"/>
              <a:gd name="T12" fmla="*/ 1238 w 7694"/>
              <a:gd name="T13" fmla="*/ 3966 h 4320"/>
              <a:gd name="T14" fmla="*/ 0 w 7694"/>
              <a:gd name="T15" fmla="*/ 3966 h 4320"/>
              <a:gd name="T16" fmla="*/ 0 w 7694"/>
              <a:gd name="T17" fmla="*/ 4320 h 4320"/>
              <a:gd name="T18" fmla="*/ 3607 w 7694"/>
              <a:gd name="T19" fmla="*/ 354 h 4320"/>
              <a:gd name="T20" fmla="*/ 4668 w 7694"/>
              <a:gd name="T21" fmla="*/ 3966 h 4320"/>
              <a:gd name="T22" fmla="*/ 4604 w 7694"/>
              <a:gd name="T23" fmla="*/ 3966 h 4320"/>
              <a:gd name="T24" fmla="*/ 3543 w 7694"/>
              <a:gd name="T25" fmla="*/ 354 h 4320"/>
              <a:gd name="T26" fmla="*/ 3607 w 7694"/>
              <a:gd name="T27" fmla="*/ 354 h 4320"/>
              <a:gd name="T28" fmla="*/ 3485 w 7694"/>
              <a:gd name="T29" fmla="*/ 354 h 4320"/>
              <a:gd name="T30" fmla="*/ 4544 w 7694"/>
              <a:gd name="T31" fmla="*/ 3966 h 4320"/>
              <a:gd name="T32" fmla="*/ 2209 w 7694"/>
              <a:gd name="T33" fmla="*/ 3966 h 4320"/>
              <a:gd name="T34" fmla="*/ 1150 w 7694"/>
              <a:gd name="T35" fmla="*/ 354 h 4320"/>
              <a:gd name="T36" fmla="*/ 3485 w 7694"/>
              <a:gd name="T37" fmla="*/ 354 h 4320"/>
              <a:gd name="T38" fmla="*/ 478 w 7694"/>
              <a:gd name="T39" fmla="*/ 354 h 4320"/>
              <a:gd name="T40" fmla="*/ 822 w 7694"/>
              <a:gd name="T41" fmla="*/ 354 h 4320"/>
              <a:gd name="T42" fmla="*/ 1882 w 7694"/>
              <a:gd name="T43" fmla="*/ 3966 h 4320"/>
              <a:gd name="T44" fmla="*/ 1537 w 7694"/>
              <a:gd name="T45" fmla="*/ 3966 h 4320"/>
              <a:gd name="T46" fmla="*/ 478 w 7694"/>
              <a:gd name="T47" fmla="*/ 354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694" h="4320">
                <a:moveTo>
                  <a:pt x="0" y="4320"/>
                </a:moveTo>
                <a:lnTo>
                  <a:pt x="7694" y="4320"/>
                </a:lnTo>
                <a:lnTo>
                  <a:pt x="7694" y="0"/>
                </a:lnTo>
                <a:lnTo>
                  <a:pt x="0" y="0"/>
                </a:lnTo>
                <a:lnTo>
                  <a:pt x="0" y="354"/>
                </a:lnTo>
                <a:lnTo>
                  <a:pt x="179" y="354"/>
                </a:lnTo>
                <a:lnTo>
                  <a:pt x="1238" y="3966"/>
                </a:lnTo>
                <a:lnTo>
                  <a:pt x="0" y="3966"/>
                </a:lnTo>
                <a:lnTo>
                  <a:pt x="0" y="4320"/>
                </a:lnTo>
                <a:close/>
                <a:moveTo>
                  <a:pt x="3607" y="354"/>
                </a:moveTo>
                <a:lnTo>
                  <a:pt x="4668" y="3966"/>
                </a:lnTo>
                <a:lnTo>
                  <a:pt x="4604" y="3966"/>
                </a:lnTo>
                <a:lnTo>
                  <a:pt x="3543" y="354"/>
                </a:lnTo>
                <a:lnTo>
                  <a:pt x="3607" y="354"/>
                </a:lnTo>
                <a:close/>
                <a:moveTo>
                  <a:pt x="3485" y="354"/>
                </a:moveTo>
                <a:lnTo>
                  <a:pt x="4544" y="3966"/>
                </a:lnTo>
                <a:lnTo>
                  <a:pt x="2209" y="3966"/>
                </a:lnTo>
                <a:lnTo>
                  <a:pt x="1150" y="354"/>
                </a:lnTo>
                <a:lnTo>
                  <a:pt x="3485" y="354"/>
                </a:lnTo>
                <a:close/>
                <a:moveTo>
                  <a:pt x="478" y="354"/>
                </a:moveTo>
                <a:lnTo>
                  <a:pt x="822" y="354"/>
                </a:lnTo>
                <a:lnTo>
                  <a:pt x="1882" y="3966"/>
                </a:lnTo>
                <a:lnTo>
                  <a:pt x="1537" y="3966"/>
                </a:lnTo>
                <a:lnTo>
                  <a:pt x="478" y="3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: Shape 23"/>
          <p:cNvSpPr>
            <a:spLocks/>
          </p:cNvSpPr>
          <p:nvPr userDrawn="1"/>
        </p:nvSpPr>
        <p:spPr bwMode="auto">
          <a:xfrm>
            <a:off x="378341" y="561974"/>
            <a:ext cx="1771683" cy="5724525"/>
          </a:xfrm>
          <a:custGeom>
            <a:avLst/>
            <a:gdLst>
              <a:gd name="connsiteX0" fmla="*/ 0 w 1771683"/>
              <a:gd name="connsiteY0" fmla="*/ 0 h 5724525"/>
              <a:gd name="connsiteX1" fmla="*/ 91133 w 1771683"/>
              <a:gd name="connsiteY1" fmla="*/ 0 h 5724525"/>
              <a:gd name="connsiteX2" fmla="*/ 1771683 w 1771683"/>
              <a:gd name="connsiteY2" fmla="*/ 5724525 h 5724525"/>
              <a:gd name="connsiteX3" fmla="*/ 1668106 w 1771683"/>
              <a:gd name="connsiteY3" fmla="*/ 5724525 h 5724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1683" h="5724525">
                <a:moveTo>
                  <a:pt x="0" y="0"/>
                </a:moveTo>
                <a:lnTo>
                  <a:pt x="91133" y="0"/>
                </a:lnTo>
                <a:lnTo>
                  <a:pt x="1771683" y="5724525"/>
                </a:lnTo>
                <a:lnTo>
                  <a:pt x="1668106" y="5724525"/>
                </a:lnTo>
                <a:close/>
              </a:path>
            </a:pathLst>
          </a:cu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7575" y="2003489"/>
            <a:ext cx="4375150" cy="1231106"/>
          </a:xfrm>
        </p:spPr>
        <p:txBody>
          <a:bodyPr anchor="b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67575" y="4026609"/>
            <a:ext cx="4375150" cy="307777"/>
          </a:xfrm>
        </p:spPr>
        <p:txBody>
          <a:bodyPr wrap="square">
            <a:sp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Freeform: Shape 44"/>
          <p:cNvSpPr>
            <a:spLocks/>
          </p:cNvSpPr>
          <p:nvPr userDrawn="1"/>
        </p:nvSpPr>
        <p:spPr bwMode="auto">
          <a:xfrm flipH="1">
            <a:off x="7267575" y="3594026"/>
            <a:ext cx="640080" cy="73152"/>
          </a:xfrm>
          <a:custGeom>
            <a:avLst/>
            <a:gdLst>
              <a:gd name="connsiteX0" fmla="*/ 833364 w 866779"/>
              <a:gd name="connsiteY0" fmla="*/ 91133 h 91133"/>
              <a:gd name="connsiteX1" fmla="*/ 0 w 866779"/>
              <a:gd name="connsiteY1" fmla="*/ 91133 h 91133"/>
              <a:gd name="connsiteX2" fmla="*/ 742 w 866779"/>
              <a:gd name="connsiteY2" fmla="*/ 89110 h 91133"/>
              <a:gd name="connsiteX3" fmla="*/ 0 w 866779"/>
              <a:gd name="connsiteY3" fmla="*/ 89108 h 91133"/>
              <a:gd name="connsiteX4" fmla="*/ 33416 w 866779"/>
              <a:gd name="connsiteY4" fmla="*/ 0 h 91133"/>
              <a:gd name="connsiteX5" fmla="*/ 866779 w 866779"/>
              <a:gd name="connsiteY5" fmla="*/ 0 h 91133"/>
              <a:gd name="connsiteX6" fmla="*/ 866037 w 866779"/>
              <a:gd name="connsiteY6" fmla="*/ 2024 h 91133"/>
              <a:gd name="connsiteX7" fmla="*/ 866779 w 866779"/>
              <a:gd name="connsiteY7" fmla="*/ 2025 h 9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6779" h="91133">
                <a:moveTo>
                  <a:pt x="833364" y="91133"/>
                </a:moveTo>
                <a:lnTo>
                  <a:pt x="0" y="91133"/>
                </a:lnTo>
                <a:lnTo>
                  <a:pt x="742" y="89110"/>
                </a:lnTo>
                <a:lnTo>
                  <a:pt x="0" y="89108"/>
                </a:lnTo>
                <a:lnTo>
                  <a:pt x="33416" y="0"/>
                </a:lnTo>
                <a:lnTo>
                  <a:pt x="866779" y="0"/>
                </a:lnTo>
                <a:lnTo>
                  <a:pt x="866037" y="2024"/>
                </a:lnTo>
                <a:lnTo>
                  <a:pt x="866779" y="2025"/>
                </a:lnTo>
                <a:close/>
              </a:path>
            </a:pathLst>
          </a:custGeom>
          <a:gradFill flip="none" rotWithShape="1">
            <a:gsLst>
              <a:gs pos="100000">
                <a:srgbClr val="FDB515"/>
              </a:gs>
              <a:gs pos="0">
                <a:srgbClr val="EC008C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19" name="Footer Placeholder 3"/>
          <p:cNvSpPr txBox="1">
            <a:spLocks/>
          </p:cNvSpPr>
          <p:nvPr userDrawn="1"/>
        </p:nvSpPr>
        <p:spPr>
          <a:xfrm>
            <a:off x="1178533" y="634738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700" kern="1200" smtClean="0">
                <a:solidFill>
                  <a:srgbClr val="A6AAC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C80A5"/>
                </a:solidFill>
              </a:rPr>
              <a:t>Information Security Level 2 – Sensitive</a:t>
            </a:r>
            <a:br>
              <a:rPr lang="en-US" dirty="0">
                <a:solidFill>
                  <a:srgbClr val="6C80A5"/>
                </a:solidFill>
              </a:rPr>
            </a:br>
            <a:r>
              <a:rPr lang="en-US" dirty="0">
                <a:solidFill>
                  <a:srgbClr val="6C80A5"/>
                </a:solidFill>
              </a:rPr>
              <a:t>© 2017 – Proprietary &amp; Confidential Information of Amdocs</a:t>
            </a:r>
          </a:p>
        </p:txBody>
      </p:sp>
      <p:pic>
        <p:nvPicPr>
          <p:cNvPr id="11" name="Picture 10"/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54485" y="6382383"/>
            <a:ext cx="393012" cy="292608"/>
          </a:xfrm>
          <a:prstGeom prst="rect">
            <a:avLst/>
          </a:prstGeom>
        </p:spPr>
      </p:pic>
      <p:sp>
        <p:nvSpPr>
          <p:cNvPr id="12" name="Footer Placeholder 3"/>
          <p:cNvSpPr txBox="1">
            <a:spLocks/>
          </p:cNvSpPr>
          <p:nvPr userDrawn="1"/>
        </p:nvSpPr>
        <p:spPr>
          <a:xfrm>
            <a:off x="548640" y="6347385"/>
            <a:ext cx="62989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700" kern="1200" smtClean="0">
                <a:solidFill>
                  <a:srgbClr val="A6AAC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C81157-9992-4BD3-B8A9-14B1E5882052}" type="slidenum">
              <a:rPr lang="en-US" sz="1200" smtClean="0">
                <a:solidFill>
                  <a:srgbClr val="6C80A5"/>
                </a:solidFill>
              </a:rPr>
              <a:t>‹#›</a:t>
            </a:fld>
            <a:endParaRPr lang="en-US" sz="1200" dirty="0">
              <a:solidFill>
                <a:srgbClr val="6C80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09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11"/>
          <a:stretch/>
        </p:blipFill>
        <p:spPr>
          <a:xfrm>
            <a:off x="0" y="-1"/>
            <a:ext cx="7448550" cy="6858001"/>
          </a:xfrm>
          <a:prstGeom prst="rect">
            <a:avLst/>
          </a:prstGeom>
        </p:spPr>
      </p:pic>
      <p:sp>
        <p:nvSpPr>
          <p:cNvPr id="18" name="Freeform 5"/>
          <p:cNvSpPr>
            <a:spLocks noEditPoints="1"/>
          </p:cNvSpPr>
          <p:nvPr userDrawn="1"/>
        </p:nvSpPr>
        <p:spPr bwMode="auto">
          <a:xfrm>
            <a:off x="0" y="0"/>
            <a:ext cx="12214226" cy="6858000"/>
          </a:xfrm>
          <a:custGeom>
            <a:avLst/>
            <a:gdLst>
              <a:gd name="T0" fmla="*/ 0 w 7694"/>
              <a:gd name="T1" fmla="*/ 4320 h 4320"/>
              <a:gd name="T2" fmla="*/ 7694 w 7694"/>
              <a:gd name="T3" fmla="*/ 4320 h 4320"/>
              <a:gd name="T4" fmla="*/ 7694 w 7694"/>
              <a:gd name="T5" fmla="*/ 0 h 4320"/>
              <a:gd name="T6" fmla="*/ 0 w 7694"/>
              <a:gd name="T7" fmla="*/ 0 h 4320"/>
              <a:gd name="T8" fmla="*/ 0 w 7694"/>
              <a:gd name="T9" fmla="*/ 354 h 4320"/>
              <a:gd name="T10" fmla="*/ 179 w 7694"/>
              <a:gd name="T11" fmla="*/ 354 h 4320"/>
              <a:gd name="T12" fmla="*/ 1238 w 7694"/>
              <a:gd name="T13" fmla="*/ 3966 h 4320"/>
              <a:gd name="T14" fmla="*/ 0 w 7694"/>
              <a:gd name="T15" fmla="*/ 3966 h 4320"/>
              <a:gd name="T16" fmla="*/ 0 w 7694"/>
              <a:gd name="T17" fmla="*/ 4320 h 4320"/>
              <a:gd name="T18" fmla="*/ 3607 w 7694"/>
              <a:gd name="T19" fmla="*/ 354 h 4320"/>
              <a:gd name="T20" fmla="*/ 4668 w 7694"/>
              <a:gd name="T21" fmla="*/ 3966 h 4320"/>
              <a:gd name="T22" fmla="*/ 4604 w 7694"/>
              <a:gd name="T23" fmla="*/ 3966 h 4320"/>
              <a:gd name="T24" fmla="*/ 3543 w 7694"/>
              <a:gd name="T25" fmla="*/ 354 h 4320"/>
              <a:gd name="T26" fmla="*/ 3607 w 7694"/>
              <a:gd name="T27" fmla="*/ 354 h 4320"/>
              <a:gd name="T28" fmla="*/ 3485 w 7694"/>
              <a:gd name="T29" fmla="*/ 354 h 4320"/>
              <a:gd name="T30" fmla="*/ 4544 w 7694"/>
              <a:gd name="T31" fmla="*/ 3966 h 4320"/>
              <a:gd name="T32" fmla="*/ 2209 w 7694"/>
              <a:gd name="T33" fmla="*/ 3966 h 4320"/>
              <a:gd name="T34" fmla="*/ 1150 w 7694"/>
              <a:gd name="T35" fmla="*/ 354 h 4320"/>
              <a:gd name="T36" fmla="*/ 3485 w 7694"/>
              <a:gd name="T37" fmla="*/ 354 h 4320"/>
              <a:gd name="T38" fmla="*/ 478 w 7694"/>
              <a:gd name="T39" fmla="*/ 354 h 4320"/>
              <a:gd name="T40" fmla="*/ 822 w 7694"/>
              <a:gd name="T41" fmla="*/ 354 h 4320"/>
              <a:gd name="T42" fmla="*/ 1882 w 7694"/>
              <a:gd name="T43" fmla="*/ 3966 h 4320"/>
              <a:gd name="T44" fmla="*/ 1537 w 7694"/>
              <a:gd name="T45" fmla="*/ 3966 h 4320"/>
              <a:gd name="T46" fmla="*/ 478 w 7694"/>
              <a:gd name="T47" fmla="*/ 354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694" h="4320">
                <a:moveTo>
                  <a:pt x="0" y="4320"/>
                </a:moveTo>
                <a:lnTo>
                  <a:pt x="7694" y="4320"/>
                </a:lnTo>
                <a:lnTo>
                  <a:pt x="7694" y="0"/>
                </a:lnTo>
                <a:lnTo>
                  <a:pt x="0" y="0"/>
                </a:lnTo>
                <a:lnTo>
                  <a:pt x="0" y="354"/>
                </a:lnTo>
                <a:lnTo>
                  <a:pt x="179" y="354"/>
                </a:lnTo>
                <a:lnTo>
                  <a:pt x="1238" y="3966"/>
                </a:lnTo>
                <a:lnTo>
                  <a:pt x="0" y="3966"/>
                </a:lnTo>
                <a:lnTo>
                  <a:pt x="0" y="4320"/>
                </a:lnTo>
                <a:close/>
                <a:moveTo>
                  <a:pt x="3607" y="354"/>
                </a:moveTo>
                <a:lnTo>
                  <a:pt x="4668" y="3966"/>
                </a:lnTo>
                <a:lnTo>
                  <a:pt x="4604" y="3966"/>
                </a:lnTo>
                <a:lnTo>
                  <a:pt x="3543" y="354"/>
                </a:lnTo>
                <a:lnTo>
                  <a:pt x="3607" y="354"/>
                </a:lnTo>
                <a:close/>
                <a:moveTo>
                  <a:pt x="3485" y="354"/>
                </a:moveTo>
                <a:lnTo>
                  <a:pt x="4544" y="3966"/>
                </a:lnTo>
                <a:lnTo>
                  <a:pt x="2209" y="3966"/>
                </a:lnTo>
                <a:lnTo>
                  <a:pt x="1150" y="354"/>
                </a:lnTo>
                <a:lnTo>
                  <a:pt x="3485" y="354"/>
                </a:lnTo>
                <a:close/>
                <a:moveTo>
                  <a:pt x="478" y="354"/>
                </a:moveTo>
                <a:lnTo>
                  <a:pt x="822" y="354"/>
                </a:lnTo>
                <a:lnTo>
                  <a:pt x="1882" y="3966"/>
                </a:lnTo>
                <a:lnTo>
                  <a:pt x="1537" y="3966"/>
                </a:lnTo>
                <a:lnTo>
                  <a:pt x="478" y="3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7575" y="2003489"/>
            <a:ext cx="4375150" cy="1231106"/>
          </a:xfrm>
        </p:spPr>
        <p:txBody>
          <a:bodyPr anchor="b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67575" y="4026609"/>
            <a:ext cx="4375149" cy="307777"/>
          </a:xfrm>
        </p:spPr>
        <p:txBody>
          <a:bodyPr wrap="square">
            <a:sp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Freeform 6"/>
          <p:cNvSpPr>
            <a:spLocks noEditPoints="1"/>
          </p:cNvSpPr>
          <p:nvPr userDrawn="1"/>
        </p:nvSpPr>
        <p:spPr bwMode="auto">
          <a:xfrm>
            <a:off x="1588" y="1588"/>
            <a:ext cx="12188825" cy="6858000"/>
          </a:xfrm>
          <a:custGeom>
            <a:avLst/>
            <a:gdLst>
              <a:gd name="T0" fmla="*/ 7678 w 7678"/>
              <a:gd name="T1" fmla="*/ 0 h 4320"/>
              <a:gd name="T2" fmla="*/ 0 w 7678"/>
              <a:gd name="T3" fmla="*/ 0 h 4320"/>
              <a:gd name="T4" fmla="*/ 0 w 7678"/>
              <a:gd name="T5" fmla="*/ 379 h 4320"/>
              <a:gd name="T6" fmla="*/ 176 w 7678"/>
              <a:gd name="T7" fmla="*/ 379 h 4320"/>
              <a:gd name="T8" fmla="*/ 1216 w 7678"/>
              <a:gd name="T9" fmla="*/ 3929 h 4320"/>
              <a:gd name="T10" fmla="*/ 0 w 7678"/>
              <a:gd name="T11" fmla="*/ 3929 h 4320"/>
              <a:gd name="T12" fmla="*/ 0 w 7678"/>
              <a:gd name="T13" fmla="*/ 4320 h 4320"/>
              <a:gd name="T14" fmla="*/ 7678 w 7678"/>
              <a:gd name="T15" fmla="*/ 4320 h 4320"/>
              <a:gd name="T16" fmla="*/ 1510 w 7678"/>
              <a:gd name="T17" fmla="*/ 3929 h 4320"/>
              <a:gd name="T18" fmla="*/ 469 w 7678"/>
              <a:gd name="T19" fmla="*/ 379 h 4320"/>
              <a:gd name="T20" fmla="*/ 808 w 7678"/>
              <a:gd name="T21" fmla="*/ 379 h 4320"/>
              <a:gd name="T22" fmla="*/ 1848 w 7678"/>
              <a:gd name="T23" fmla="*/ 3929 h 4320"/>
              <a:gd name="T24" fmla="*/ 1510 w 7678"/>
              <a:gd name="T25" fmla="*/ 3929 h 4320"/>
              <a:gd name="T26" fmla="*/ 2170 w 7678"/>
              <a:gd name="T27" fmla="*/ 3929 h 4320"/>
              <a:gd name="T28" fmla="*/ 1130 w 7678"/>
              <a:gd name="T29" fmla="*/ 379 h 4320"/>
              <a:gd name="T30" fmla="*/ 3421 w 7678"/>
              <a:gd name="T31" fmla="*/ 379 h 4320"/>
              <a:gd name="T32" fmla="*/ 4461 w 7678"/>
              <a:gd name="T33" fmla="*/ 3929 h 4320"/>
              <a:gd name="T34" fmla="*/ 2170 w 7678"/>
              <a:gd name="T35" fmla="*/ 3929 h 4320"/>
              <a:gd name="T36" fmla="*/ 4519 w 7678"/>
              <a:gd name="T37" fmla="*/ 3929 h 4320"/>
              <a:gd name="T38" fmla="*/ 3479 w 7678"/>
              <a:gd name="T39" fmla="*/ 379 h 4320"/>
              <a:gd name="T40" fmla="*/ 3542 w 7678"/>
              <a:gd name="T41" fmla="*/ 379 h 4320"/>
              <a:gd name="T42" fmla="*/ 4583 w 7678"/>
              <a:gd name="T43" fmla="*/ 3929 h 4320"/>
              <a:gd name="T44" fmla="*/ 4519 w 7678"/>
              <a:gd name="T45" fmla="*/ 3929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7678" h="4320">
                <a:moveTo>
                  <a:pt x="7678" y="0"/>
                </a:moveTo>
                <a:lnTo>
                  <a:pt x="0" y="0"/>
                </a:lnTo>
                <a:lnTo>
                  <a:pt x="0" y="379"/>
                </a:lnTo>
                <a:lnTo>
                  <a:pt x="176" y="379"/>
                </a:lnTo>
                <a:lnTo>
                  <a:pt x="1216" y="3929"/>
                </a:lnTo>
                <a:lnTo>
                  <a:pt x="0" y="3929"/>
                </a:lnTo>
                <a:lnTo>
                  <a:pt x="0" y="4320"/>
                </a:lnTo>
                <a:lnTo>
                  <a:pt x="7678" y="4320"/>
                </a:lnTo>
                <a:moveTo>
                  <a:pt x="1510" y="3929"/>
                </a:moveTo>
                <a:lnTo>
                  <a:pt x="469" y="379"/>
                </a:lnTo>
                <a:lnTo>
                  <a:pt x="808" y="379"/>
                </a:lnTo>
                <a:lnTo>
                  <a:pt x="1848" y="3929"/>
                </a:lnTo>
                <a:lnTo>
                  <a:pt x="1510" y="3929"/>
                </a:lnTo>
                <a:moveTo>
                  <a:pt x="2170" y="3929"/>
                </a:moveTo>
                <a:lnTo>
                  <a:pt x="1130" y="379"/>
                </a:lnTo>
                <a:lnTo>
                  <a:pt x="3421" y="379"/>
                </a:lnTo>
                <a:lnTo>
                  <a:pt x="4461" y="3929"/>
                </a:lnTo>
                <a:lnTo>
                  <a:pt x="2170" y="3929"/>
                </a:lnTo>
                <a:moveTo>
                  <a:pt x="4519" y="3929"/>
                </a:moveTo>
                <a:lnTo>
                  <a:pt x="3479" y="379"/>
                </a:lnTo>
                <a:lnTo>
                  <a:pt x="3542" y="379"/>
                </a:lnTo>
                <a:lnTo>
                  <a:pt x="4583" y="3929"/>
                </a:lnTo>
                <a:lnTo>
                  <a:pt x="4519" y="3929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44"/>
          <p:cNvSpPr>
            <a:spLocks/>
          </p:cNvSpPr>
          <p:nvPr userDrawn="1"/>
        </p:nvSpPr>
        <p:spPr bwMode="auto">
          <a:xfrm flipH="1">
            <a:off x="7267575" y="3594026"/>
            <a:ext cx="640080" cy="73152"/>
          </a:xfrm>
          <a:custGeom>
            <a:avLst/>
            <a:gdLst>
              <a:gd name="connsiteX0" fmla="*/ 833364 w 866779"/>
              <a:gd name="connsiteY0" fmla="*/ 91133 h 91133"/>
              <a:gd name="connsiteX1" fmla="*/ 0 w 866779"/>
              <a:gd name="connsiteY1" fmla="*/ 91133 h 91133"/>
              <a:gd name="connsiteX2" fmla="*/ 742 w 866779"/>
              <a:gd name="connsiteY2" fmla="*/ 89110 h 91133"/>
              <a:gd name="connsiteX3" fmla="*/ 0 w 866779"/>
              <a:gd name="connsiteY3" fmla="*/ 89108 h 91133"/>
              <a:gd name="connsiteX4" fmla="*/ 33416 w 866779"/>
              <a:gd name="connsiteY4" fmla="*/ 0 h 91133"/>
              <a:gd name="connsiteX5" fmla="*/ 866779 w 866779"/>
              <a:gd name="connsiteY5" fmla="*/ 0 h 91133"/>
              <a:gd name="connsiteX6" fmla="*/ 866037 w 866779"/>
              <a:gd name="connsiteY6" fmla="*/ 2024 h 91133"/>
              <a:gd name="connsiteX7" fmla="*/ 866779 w 866779"/>
              <a:gd name="connsiteY7" fmla="*/ 2025 h 9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6779" h="91133">
                <a:moveTo>
                  <a:pt x="833364" y="91133"/>
                </a:moveTo>
                <a:lnTo>
                  <a:pt x="0" y="91133"/>
                </a:lnTo>
                <a:lnTo>
                  <a:pt x="742" y="89110"/>
                </a:lnTo>
                <a:lnTo>
                  <a:pt x="0" y="89108"/>
                </a:lnTo>
                <a:lnTo>
                  <a:pt x="33416" y="0"/>
                </a:lnTo>
                <a:lnTo>
                  <a:pt x="866779" y="0"/>
                </a:lnTo>
                <a:lnTo>
                  <a:pt x="866037" y="2024"/>
                </a:lnTo>
                <a:lnTo>
                  <a:pt x="866779" y="2025"/>
                </a:lnTo>
                <a:close/>
              </a:path>
            </a:pathLst>
          </a:custGeom>
          <a:gradFill flip="none" rotWithShape="1">
            <a:gsLst>
              <a:gs pos="100000">
                <a:srgbClr val="FDB515"/>
              </a:gs>
              <a:gs pos="0">
                <a:srgbClr val="EC008C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21" name="Footer Placeholder 3"/>
          <p:cNvSpPr txBox="1">
            <a:spLocks/>
          </p:cNvSpPr>
          <p:nvPr userDrawn="1"/>
        </p:nvSpPr>
        <p:spPr>
          <a:xfrm>
            <a:off x="1178533" y="634738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700" kern="1200" smtClean="0">
                <a:solidFill>
                  <a:srgbClr val="A6AAC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C80A5"/>
                </a:solidFill>
              </a:rPr>
              <a:t>Information Security Level 2 – Sensitive</a:t>
            </a:r>
            <a:br>
              <a:rPr lang="en-US" dirty="0">
                <a:solidFill>
                  <a:srgbClr val="6C80A5"/>
                </a:solidFill>
              </a:rPr>
            </a:br>
            <a:r>
              <a:rPr lang="en-US" dirty="0">
                <a:solidFill>
                  <a:srgbClr val="6C80A5"/>
                </a:solidFill>
              </a:rPr>
              <a:t>© 2017 – Proprietary &amp; Confidential Information of Amdocs</a:t>
            </a:r>
          </a:p>
        </p:txBody>
      </p:sp>
      <p:sp>
        <p:nvSpPr>
          <p:cNvPr id="22" name="Freeform: Shape 21"/>
          <p:cNvSpPr>
            <a:spLocks/>
          </p:cNvSpPr>
          <p:nvPr userDrawn="1"/>
        </p:nvSpPr>
        <p:spPr bwMode="auto">
          <a:xfrm>
            <a:off x="378341" y="561974"/>
            <a:ext cx="1771683" cy="5724525"/>
          </a:xfrm>
          <a:custGeom>
            <a:avLst/>
            <a:gdLst>
              <a:gd name="connsiteX0" fmla="*/ 0 w 1771683"/>
              <a:gd name="connsiteY0" fmla="*/ 0 h 5724525"/>
              <a:gd name="connsiteX1" fmla="*/ 91133 w 1771683"/>
              <a:gd name="connsiteY1" fmla="*/ 0 h 5724525"/>
              <a:gd name="connsiteX2" fmla="*/ 1771683 w 1771683"/>
              <a:gd name="connsiteY2" fmla="*/ 5724525 h 5724525"/>
              <a:gd name="connsiteX3" fmla="*/ 1668106 w 1771683"/>
              <a:gd name="connsiteY3" fmla="*/ 5724525 h 5724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1683" h="5724525">
                <a:moveTo>
                  <a:pt x="0" y="0"/>
                </a:moveTo>
                <a:lnTo>
                  <a:pt x="91133" y="0"/>
                </a:lnTo>
                <a:lnTo>
                  <a:pt x="1771683" y="5724525"/>
                </a:lnTo>
                <a:lnTo>
                  <a:pt x="1668106" y="5724525"/>
                </a:lnTo>
                <a:close/>
              </a:path>
            </a:pathLst>
          </a:custGeom>
          <a:gradFill flip="none" rotWithShape="1">
            <a:gsLst>
              <a:gs pos="0">
                <a:srgbClr val="FDB515"/>
              </a:gs>
              <a:gs pos="100000">
                <a:srgbClr val="EC008C"/>
              </a:gs>
            </a:gsLst>
            <a:lin ang="0" scaled="1"/>
            <a:tileRect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2" name="Picture 11"/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54485" y="6382383"/>
            <a:ext cx="393012" cy="292608"/>
          </a:xfrm>
          <a:prstGeom prst="rect">
            <a:avLst/>
          </a:prstGeom>
        </p:spPr>
      </p:pic>
      <p:sp>
        <p:nvSpPr>
          <p:cNvPr id="13" name="Footer Placeholder 3"/>
          <p:cNvSpPr txBox="1">
            <a:spLocks/>
          </p:cNvSpPr>
          <p:nvPr userDrawn="1"/>
        </p:nvSpPr>
        <p:spPr>
          <a:xfrm>
            <a:off x="548640" y="6347385"/>
            <a:ext cx="62989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700" kern="1200" smtClean="0">
                <a:solidFill>
                  <a:srgbClr val="A6AAC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C81157-9992-4BD3-B8A9-14B1E5882052}" type="slidenum">
              <a:rPr lang="en-US" sz="1200" smtClean="0">
                <a:solidFill>
                  <a:srgbClr val="6C80A5"/>
                </a:solidFill>
              </a:rPr>
              <a:t>‹#›</a:t>
            </a:fld>
            <a:endParaRPr lang="en-US" sz="1200" dirty="0">
              <a:solidFill>
                <a:srgbClr val="6C80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36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 userDrawn="1"/>
        </p:nvGrpSpPr>
        <p:grpSpPr>
          <a:xfrm>
            <a:off x="0" y="547688"/>
            <a:ext cx="12192000" cy="5738811"/>
            <a:chOff x="0" y="547688"/>
            <a:chExt cx="12192000" cy="5738811"/>
          </a:xfrm>
        </p:grpSpPr>
        <p:sp>
          <p:nvSpPr>
            <p:cNvPr id="54" name="Freeform 38"/>
            <p:cNvSpPr>
              <a:spLocks/>
            </p:cNvSpPr>
            <p:nvPr userDrawn="1"/>
          </p:nvSpPr>
          <p:spPr bwMode="auto">
            <a:xfrm>
              <a:off x="8505746" y="547688"/>
              <a:ext cx="3065010" cy="5738811"/>
            </a:xfrm>
            <a:custGeom>
              <a:avLst/>
              <a:gdLst>
                <a:gd name="T0" fmla="*/ 1896 w 1896"/>
                <a:gd name="T1" fmla="*/ 3550 h 3550"/>
                <a:gd name="T2" fmla="*/ 1025 w 1896"/>
                <a:gd name="T3" fmla="*/ 3550 h 3550"/>
                <a:gd name="T4" fmla="*/ 0 w 1896"/>
                <a:gd name="T5" fmla="*/ 0 h 3550"/>
                <a:gd name="T6" fmla="*/ 871 w 1896"/>
                <a:gd name="T7" fmla="*/ 0 h 3550"/>
                <a:gd name="T8" fmla="*/ 1896 w 1896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6" h="3550">
                  <a:moveTo>
                    <a:pt x="1896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1896" y="3550"/>
                  </a:lnTo>
                  <a:close/>
                </a:path>
              </a:pathLst>
            </a:custGeom>
            <a:solidFill>
              <a:srgbClr val="F5F6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55" name="Freeform 40"/>
            <p:cNvSpPr>
              <a:spLocks/>
            </p:cNvSpPr>
            <p:nvPr userDrawn="1"/>
          </p:nvSpPr>
          <p:spPr bwMode="auto">
            <a:xfrm>
              <a:off x="3140363" y="547688"/>
              <a:ext cx="4206306" cy="5738811"/>
            </a:xfrm>
            <a:custGeom>
              <a:avLst/>
              <a:gdLst>
                <a:gd name="T0" fmla="*/ 2602 w 2602"/>
                <a:gd name="T1" fmla="*/ 3550 h 3550"/>
                <a:gd name="T2" fmla="*/ 1025 w 2602"/>
                <a:gd name="T3" fmla="*/ 3550 h 3550"/>
                <a:gd name="T4" fmla="*/ 0 w 2602"/>
                <a:gd name="T5" fmla="*/ 0 h 3550"/>
                <a:gd name="T6" fmla="*/ 1578 w 2602"/>
                <a:gd name="T7" fmla="*/ 0 h 3550"/>
                <a:gd name="T8" fmla="*/ 2602 w 2602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2" h="3550">
                  <a:moveTo>
                    <a:pt x="2602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1578" y="0"/>
                  </a:lnTo>
                  <a:lnTo>
                    <a:pt x="2602" y="3550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56" name="Freeform 42"/>
            <p:cNvSpPr>
              <a:spLocks/>
            </p:cNvSpPr>
            <p:nvPr userDrawn="1"/>
          </p:nvSpPr>
          <p:spPr bwMode="auto">
            <a:xfrm>
              <a:off x="990329" y="547688"/>
              <a:ext cx="2195297" cy="5738811"/>
            </a:xfrm>
            <a:custGeom>
              <a:avLst/>
              <a:gdLst>
                <a:gd name="T0" fmla="*/ 1358 w 1358"/>
                <a:gd name="T1" fmla="*/ 3550 h 3550"/>
                <a:gd name="T2" fmla="*/ 1024 w 1358"/>
                <a:gd name="T3" fmla="*/ 3550 h 3550"/>
                <a:gd name="T4" fmla="*/ 0 w 1358"/>
                <a:gd name="T5" fmla="*/ 0 h 3550"/>
                <a:gd name="T6" fmla="*/ 332 w 1358"/>
                <a:gd name="T7" fmla="*/ 0 h 3550"/>
                <a:gd name="T8" fmla="*/ 1358 w 1358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" h="3550">
                  <a:moveTo>
                    <a:pt x="1358" y="3550"/>
                  </a:moveTo>
                  <a:lnTo>
                    <a:pt x="1024" y="3550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1358" y="3550"/>
                  </a:lnTo>
                  <a:close/>
                </a:path>
              </a:pathLst>
            </a:custGeom>
            <a:solidFill>
              <a:srgbClr val="F2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57" name="Freeform 44"/>
            <p:cNvSpPr>
              <a:spLocks/>
            </p:cNvSpPr>
            <p:nvPr userDrawn="1"/>
          </p:nvSpPr>
          <p:spPr bwMode="auto">
            <a:xfrm>
              <a:off x="6766321" y="547688"/>
              <a:ext cx="2195297" cy="5738811"/>
            </a:xfrm>
            <a:custGeom>
              <a:avLst/>
              <a:gdLst>
                <a:gd name="T0" fmla="*/ 1358 w 1358"/>
                <a:gd name="T1" fmla="*/ 3550 h 3550"/>
                <a:gd name="T2" fmla="*/ 1025 w 1358"/>
                <a:gd name="T3" fmla="*/ 3550 h 3550"/>
                <a:gd name="T4" fmla="*/ 0 w 1358"/>
                <a:gd name="T5" fmla="*/ 0 h 3550"/>
                <a:gd name="T6" fmla="*/ 333 w 1358"/>
                <a:gd name="T7" fmla="*/ 0 h 3550"/>
                <a:gd name="T8" fmla="*/ 1358 w 1358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" h="3550">
                  <a:moveTo>
                    <a:pt x="1358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333" y="0"/>
                  </a:lnTo>
                  <a:lnTo>
                    <a:pt x="1358" y="3550"/>
                  </a:lnTo>
                  <a:close/>
                </a:path>
              </a:pathLst>
            </a:custGeom>
            <a:solidFill>
              <a:srgbClr val="F2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58" name="Freeform 46"/>
            <p:cNvSpPr>
              <a:spLocks/>
            </p:cNvSpPr>
            <p:nvPr userDrawn="1"/>
          </p:nvSpPr>
          <p:spPr bwMode="auto">
            <a:xfrm>
              <a:off x="1704852" y="547688"/>
              <a:ext cx="1808938" cy="5738811"/>
            </a:xfrm>
            <a:custGeom>
              <a:avLst/>
              <a:gdLst>
                <a:gd name="T0" fmla="*/ 1119 w 1119"/>
                <a:gd name="T1" fmla="*/ 3550 h 3550"/>
                <a:gd name="T2" fmla="*/ 1025 w 1119"/>
                <a:gd name="T3" fmla="*/ 3550 h 3550"/>
                <a:gd name="T4" fmla="*/ 0 w 1119"/>
                <a:gd name="T5" fmla="*/ 0 h 3550"/>
                <a:gd name="T6" fmla="*/ 95 w 1119"/>
                <a:gd name="T7" fmla="*/ 0 h 3550"/>
                <a:gd name="T8" fmla="*/ 1119 w 1119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9" h="3550">
                  <a:moveTo>
                    <a:pt x="1119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95" y="0"/>
                  </a:lnTo>
                  <a:lnTo>
                    <a:pt x="1119" y="3550"/>
                  </a:lnTo>
                  <a:close/>
                </a:path>
              </a:pathLst>
            </a:custGeom>
            <a:solidFill>
              <a:srgbClr val="ECE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59" name="Freeform 48"/>
            <p:cNvSpPr>
              <a:spLocks/>
            </p:cNvSpPr>
            <p:nvPr userDrawn="1"/>
          </p:nvSpPr>
          <p:spPr bwMode="auto">
            <a:xfrm>
              <a:off x="5781832" y="547688"/>
              <a:ext cx="1758824" cy="5738811"/>
            </a:xfrm>
            <a:custGeom>
              <a:avLst/>
              <a:gdLst>
                <a:gd name="T0" fmla="*/ 1088 w 1088"/>
                <a:gd name="T1" fmla="*/ 3550 h 3550"/>
                <a:gd name="T2" fmla="*/ 1025 w 1088"/>
                <a:gd name="T3" fmla="*/ 3550 h 3550"/>
                <a:gd name="T4" fmla="*/ 0 w 1088"/>
                <a:gd name="T5" fmla="*/ 0 h 3550"/>
                <a:gd name="T6" fmla="*/ 62 w 1088"/>
                <a:gd name="T7" fmla="*/ 0 h 3550"/>
                <a:gd name="T8" fmla="*/ 1088 w 1088"/>
                <a:gd name="T9" fmla="*/ 3550 h 3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8" h="3550">
                  <a:moveTo>
                    <a:pt x="1088" y="3550"/>
                  </a:moveTo>
                  <a:lnTo>
                    <a:pt x="1025" y="3550"/>
                  </a:lnTo>
                  <a:lnTo>
                    <a:pt x="0" y="0"/>
                  </a:lnTo>
                  <a:lnTo>
                    <a:pt x="62" y="0"/>
                  </a:lnTo>
                  <a:lnTo>
                    <a:pt x="1088" y="3550"/>
                  </a:lnTo>
                  <a:close/>
                </a:path>
              </a:pathLst>
            </a:custGeom>
            <a:solidFill>
              <a:srgbClr val="ECE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60" name="Freeform: Shape 59"/>
            <p:cNvSpPr>
              <a:spLocks/>
            </p:cNvSpPr>
            <p:nvPr userDrawn="1"/>
          </p:nvSpPr>
          <p:spPr bwMode="auto">
            <a:xfrm>
              <a:off x="10437543" y="547688"/>
              <a:ext cx="1754457" cy="5738811"/>
            </a:xfrm>
            <a:custGeom>
              <a:avLst/>
              <a:gdLst>
                <a:gd name="connsiteX0" fmla="*/ 0 w 1754457"/>
                <a:gd name="connsiteY0" fmla="*/ 0 h 5738811"/>
                <a:gd name="connsiteX1" fmla="*/ 205304 w 1754457"/>
                <a:gd name="connsiteY1" fmla="*/ 0 h 5738811"/>
                <a:gd name="connsiteX2" fmla="*/ 1754457 w 1754457"/>
                <a:gd name="connsiteY2" fmla="*/ 5365358 h 5738811"/>
                <a:gd name="connsiteX3" fmla="*/ 1754457 w 1754457"/>
                <a:gd name="connsiteY3" fmla="*/ 5738811 h 5738811"/>
                <a:gd name="connsiteX4" fmla="*/ 1656981 w 1754457"/>
                <a:gd name="connsiteY4" fmla="*/ 5738811 h 573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4457" h="5738811">
                  <a:moveTo>
                    <a:pt x="0" y="0"/>
                  </a:moveTo>
                  <a:lnTo>
                    <a:pt x="205304" y="0"/>
                  </a:lnTo>
                  <a:lnTo>
                    <a:pt x="1754457" y="5365358"/>
                  </a:lnTo>
                  <a:lnTo>
                    <a:pt x="1754457" y="5738811"/>
                  </a:lnTo>
                  <a:lnTo>
                    <a:pt x="1656981" y="5738811"/>
                  </a:lnTo>
                  <a:close/>
                </a:path>
              </a:pathLst>
            </a:custGeom>
            <a:solidFill>
              <a:srgbClr val="EFF0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61" name="Freeform: Shape 60"/>
            <p:cNvSpPr>
              <a:spLocks/>
            </p:cNvSpPr>
            <p:nvPr userDrawn="1"/>
          </p:nvSpPr>
          <p:spPr bwMode="auto">
            <a:xfrm>
              <a:off x="0" y="550921"/>
              <a:ext cx="2178506" cy="5735578"/>
            </a:xfrm>
            <a:custGeom>
              <a:avLst/>
              <a:gdLst>
                <a:gd name="connsiteX0" fmla="*/ 0 w 2178506"/>
                <a:gd name="connsiteY0" fmla="*/ 0 h 5735578"/>
                <a:gd name="connsiteX1" fmla="*/ 519909 w 2178506"/>
                <a:gd name="connsiteY1" fmla="*/ 0 h 5735578"/>
                <a:gd name="connsiteX2" fmla="*/ 2178506 w 2178506"/>
                <a:gd name="connsiteY2" fmla="*/ 5735578 h 5735578"/>
                <a:gd name="connsiteX3" fmla="*/ 0 w 2178506"/>
                <a:gd name="connsiteY3" fmla="*/ 5735578 h 5735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506" h="5735578">
                  <a:moveTo>
                    <a:pt x="0" y="0"/>
                  </a:moveTo>
                  <a:lnTo>
                    <a:pt x="519909" y="0"/>
                  </a:lnTo>
                  <a:lnTo>
                    <a:pt x="2178506" y="5735578"/>
                  </a:lnTo>
                  <a:lnTo>
                    <a:pt x="0" y="5735578"/>
                  </a:lnTo>
                  <a:close/>
                </a:path>
              </a:pathLst>
            </a:custGeom>
            <a:solidFill>
              <a:srgbClr val="F5F6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/>
            </a:p>
          </p:txBody>
        </p:sp>
      </p:grpSp>
      <p:sp>
        <p:nvSpPr>
          <p:cNvPr id="8" name="TextBox 7"/>
          <p:cNvSpPr txBox="1"/>
          <p:nvPr userDrawn="1"/>
        </p:nvSpPr>
        <p:spPr>
          <a:xfrm>
            <a:off x="4730883" y="3075057"/>
            <a:ext cx="273023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entury Gothic" panose="020F0302020204030204"/>
                <a:ea typeface="+mj-ea"/>
                <a:cs typeface="+mj-cs"/>
              </a:rPr>
              <a:t>Thank you</a:t>
            </a:r>
          </a:p>
        </p:txBody>
      </p:sp>
      <p:sp>
        <p:nvSpPr>
          <p:cNvPr id="24" name="Freeform: Shape 9"/>
          <p:cNvSpPr>
            <a:spLocks/>
          </p:cNvSpPr>
          <p:nvPr userDrawn="1"/>
        </p:nvSpPr>
        <p:spPr bwMode="auto">
          <a:xfrm flipH="1">
            <a:off x="4770120" y="3012450"/>
            <a:ext cx="2651760" cy="73152"/>
          </a:xfrm>
          <a:custGeom>
            <a:avLst/>
            <a:gdLst>
              <a:gd name="connsiteX0" fmla="*/ 2714641 w 2825755"/>
              <a:gd name="connsiteY0" fmla="*/ 91440 h 91440"/>
              <a:gd name="connsiteX1" fmla="*/ 64310 w 2825755"/>
              <a:gd name="connsiteY1" fmla="*/ 91440 h 91440"/>
              <a:gd name="connsiteX2" fmla="*/ 64310 w 2825755"/>
              <a:gd name="connsiteY2" fmla="*/ 91133 h 91440"/>
              <a:gd name="connsiteX3" fmla="*/ 0 w 2825755"/>
              <a:gd name="connsiteY3" fmla="*/ 91133 h 91440"/>
              <a:gd name="connsiteX4" fmla="*/ 33415 w 2825755"/>
              <a:gd name="connsiteY4" fmla="*/ 0 h 91440"/>
              <a:gd name="connsiteX5" fmla="*/ 64310 w 2825755"/>
              <a:gd name="connsiteY5" fmla="*/ 75 h 91440"/>
              <a:gd name="connsiteX6" fmla="*/ 64310 w 2825755"/>
              <a:gd name="connsiteY6" fmla="*/ 0 h 91440"/>
              <a:gd name="connsiteX7" fmla="*/ 1992392 w 2825755"/>
              <a:gd name="connsiteY7" fmla="*/ 0 h 91440"/>
              <a:gd name="connsiteX8" fmla="*/ 2714641 w 2825755"/>
              <a:gd name="connsiteY8" fmla="*/ 0 h 91440"/>
              <a:gd name="connsiteX9" fmla="*/ 2825755 w 2825755"/>
              <a:gd name="connsiteY9" fmla="*/ 0 h 91440"/>
              <a:gd name="connsiteX10" fmla="*/ 2792340 w 2825755"/>
              <a:gd name="connsiteY10" fmla="*/ 91133 h 91440"/>
              <a:gd name="connsiteX11" fmla="*/ 2714641 w 2825755"/>
              <a:gd name="connsiteY11" fmla="*/ 90944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5755" h="91440">
                <a:moveTo>
                  <a:pt x="2714641" y="91440"/>
                </a:moveTo>
                <a:lnTo>
                  <a:pt x="64310" y="91440"/>
                </a:lnTo>
                <a:lnTo>
                  <a:pt x="64310" y="91133"/>
                </a:lnTo>
                <a:lnTo>
                  <a:pt x="0" y="91133"/>
                </a:lnTo>
                <a:lnTo>
                  <a:pt x="33415" y="0"/>
                </a:lnTo>
                <a:lnTo>
                  <a:pt x="64310" y="75"/>
                </a:lnTo>
                <a:lnTo>
                  <a:pt x="64310" y="0"/>
                </a:lnTo>
                <a:lnTo>
                  <a:pt x="1992392" y="0"/>
                </a:lnTo>
                <a:lnTo>
                  <a:pt x="2714641" y="0"/>
                </a:lnTo>
                <a:lnTo>
                  <a:pt x="2825755" y="0"/>
                </a:lnTo>
                <a:lnTo>
                  <a:pt x="2792340" y="91133"/>
                </a:lnTo>
                <a:lnTo>
                  <a:pt x="2714641" y="90944"/>
                </a:lnTo>
                <a:close/>
              </a:path>
            </a:pathLst>
          </a:custGeom>
          <a:gradFill flip="none" rotWithShape="1">
            <a:gsLst>
              <a:gs pos="100000">
                <a:srgbClr val="FDB515"/>
              </a:gs>
              <a:gs pos="0">
                <a:srgbClr val="EC008C"/>
              </a:gs>
            </a:gsLst>
            <a:lin ang="0" scaled="1"/>
            <a:tileRect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14" name="Picture 13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54485" y="6382383"/>
            <a:ext cx="39301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7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2"/>
          <a:srcRect t="119" b="119"/>
          <a:stretch/>
        </p:blipFill>
        <p:spPr>
          <a:xfrm>
            <a:off x="1528" y="1719"/>
            <a:ext cx="12188944" cy="6856281"/>
          </a:xfrm>
          <a:prstGeom prst="rect">
            <a:avLst/>
          </a:prstGeom>
        </p:spPr>
      </p:pic>
      <p:sp>
        <p:nvSpPr>
          <p:cNvPr id="12" name="Freeform 5"/>
          <p:cNvSpPr>
            <a:spLocks/>
          </p:cNvSpPr>
          <p:nvPr userDrawn="1"/>
        </p:nvSpPr>
        <p:spPr bwMode="auto">
          <a:xfrm>
            <a:off x="3189288" y="-237547377"/>
            <a:ext cx="5813425" cy="142875"/>
          </a:xfrm>
          <a:custGeom>
            <a:avLst/>
            <a:gdLst>
              <a:gd name="T0" fmla="*/ 3662 w 3662"/>
              <a:gd name="T1" fmla="*/ 0 h 90"/>
              <a:gd name="T2" fmla="*/ 33 w 3662"/>
              <a:gd name="T3" fmla="*/ 0 h 90"/>
              <a:gd name="T4" fmla="*/ 0 w 3662"/>
              <a:gd name="T5" fmla="*/ 90 h 90"/>
              <a:gd name="T6" fmla="*/ 3629 w 3662"/>
              <a:gd name="T7" fmla="*/ 90 h 90"/>
              <a:gd name="T8" fmla="*/ 3662 w 3662"/>
              <a:gd name="T9" fmla="*/ 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62" h="90">
                <a:moveTo>
                  <a:pt x="3662" y="0"/>
                </a:moveTo>
                <a:lnTo>
                  <a:pt x="33" y="0"/>
                </a:lnTo>
                <a:lnTo>
                  <a:pt x="0" y="90"/>
                </a:lnTo>
                <a:lnTo>
                  <a:pt x="3629" y="90"/>
                </a:lnTo>
                <a:lnTo>
                  <a:pt x="3662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9"/>
          <p:cNvSpPr>
            <a:spLocks/>
          </p:cNvSpPr>
          <p:nvPr userDrawn="1"/>
        </p:nvSpPr>
        <p:spPr bwMode="auto">
          <a:xfrm>
            <a:off x="3189288" y="-233717354"/>
            <a:ext cx="5813425" cy="142876"/>
          </a:xfrm>
          <a:custGeom>
            <a:avLst/>
            <a:gdLst>
              <a:gd name="T0" fmla="*/ 3662 w 3662"/>
              <a:gd name="T1" fmla="*/ 0 h 90"/>
              <a:gd name="T2" fmla="*/ 33 w 3662"/>
              <a:gd name="T3" fmla="*/ 0 h 90"/>
              <a:gd name="T4" fmla="*/ 0 w 3662"/>
              <a:gd name="T5" fmla="*/ 90 h 90"/>
              <a:gd name="T6" fmla="*/ 3629 w 3662"/>
              <a:gd name="T7" fmla="*/ 90 h 90"/>
              <a:gd name="T8" fmla="*/ 3662 w 3662"/>
              <a:gd name="T9" fmla="*/ 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62" h="90">
                <a:moveTo>
                  <a:pt x="3662" y="0"/>
                </a:moveTo>
                <a:lnTo>
                  <a:pt x="33" y="0"/>
                </a:lnTo>
                <a:lnTo>
                  <a:pt x="0" y="90"/>
                </a:lnTo>
                <a:lnTo>
                  <a:pt x="3629" y="90"/>
                </a:lnTo>
                <a:lnTo>
                  <a:pt x="3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4730883" y="3075057"/>
            <a:ext cx="273023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j-ea"/>
                <a:cs typeface="+mj-cs"/>
              </a:rPr>
              <a:t>Thank you</a:t>
            </a:r>
          </a:p>
        </p:txBody>
      </p:sp>
      <p:sp>
        <p:nvSpPr>
          <p:cNvPr id="15" name="Freeform: Shape 9"/>
          <p:cNvSpPr>
            <a:spLocks/>
          </p:cNvSpPr>
          <p:nvPr userDrawn="1"/>
        </p:nvSpPr>
        <p:spPr bwMode="auto">
          <a:xfrm flipH="1">
            <a:off x="4770120" y="3012450"/>
            <a:ext cx="2651760" cy="73152"/>
          </a:xfrm>
          <a:custGeom>
            <a:avLst/>
            <a:gdLst>
              <a:gd name="connsiteX0" fmla="*/ 2714641 w 2825755"/>
              <a:gd name="connsiteY0" fmla="*/ 91440 h 91440"/>
              <a:gd name="connsiteX1" fmla="*/ 64310 w 2825755"/>
              <a:gd name="connsiteY1" fmla="*/ 91440 h 91440"/>
              <a:gd name="connsiteX2" fmla="*/ 64310 w 2825755"/>
              <a:gd name="connsiteY2" fmla="*/ 91133 h 91440"/>
              <a:gd name="connsiteX3" fmla="*/ 0 w 2825755"/>
              <a:gd name="connsiteY3" fmla="*/ 91133 h 91440"/>
              <a:gd name="connsiteX4" fmla="*/ 33415 w 2825755"/>
              <a:gd name="connsiteY4" fmla="*/ 0 h 91440"/>
              <a:gd name="connsiteX5" fmla="*/ 64310 w 2825755"/>
              <a:gd name="connsiteY5" fmla="*/ 75 h 91440"/>
              <a:gd name="connsiteX6" fmla="*/ 64310 w 2825755"/>
              <a:gd name="connsiteY6" fmla="*/ 0 h 91440"/>
              <a:gd name="connsiteX7" fmla="*/ 1992392 w 2825755"/>
              <a:gd name="connsiteY7" fmla="*/ 0 h 91440"/>
              <a:gd name="connsiteX8" fmla="*/ 2714641 w 2825755"/>
              <a:gd name="connsiteY8" fmla="*/ 0 h 91440"/>
              <a:gd name="connsiteX9" fmla="*/ 2825755 w 2825755"/>
              <a:gd name="connsiteY9" fmla="*/ 0 h 91440"/>
              <a:gd name="connsiteX10" fmla="*/ 2792340 w 2825755"/>
              <a:gd name="connsiteY10" fmla="*/ 91133 h 91440"/>
              <a:gd name="connsiteX11" fmla="*/ 2714641 w 2825755"/>
              <a:gd name="connsiteY11" fmla="*/ 90944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5755" h="91440">
                <a:moveTo>
                  <a:pt x="2714641" y="91440"/>
                </a:moveTo>
                <a:lnTo>
                  <a:pt x="64310" y="91440"/>
                </a:lnTo>
                <a:lnTo>
                  <a:pt x="64310" y="91133"/>
                </a:lnTo>
                <a:lnTo>
                  <a:pt x="0" y="91133"/>
                </a:lnTo>
                <a:lnTo>
                  <a:pt x="33415" y="0"/>
                </a:lnTo>
                <a:lnTo>
                  <a:pt x="64310" y="75"/>
                </a:lnTo>
                <a:lnTo>
                  <a:pt x="64310" y="0"/>
                </a:lnTo>
                <a:lnTo>
                  <a:pt x="1992392" y="0"/>
                </a:lnTo>
                <a:lnTo>
                  <a:pt x="2714641" y="0"/>
                </a:lnTo>
                <a:lnTo>
                  <a:pt x="2825755" y="0"/>
                </a:lnTo>
                <a:lnTo>
                  <a:pt x="2792340" y="91133"/>
                </a:lnTo>
                <a:lnTo>
                  <a:pt x="2714641" y="9094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54485" y="6382383"/>
            <a:ext cx="393012" cy="29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65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6521" y="450025"/>
            <a:ext cx="11091672" cy="5539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24000"/>
            <a:ext cx="11091672" cy="47475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1178533" y="634738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700" kern="1200" smtClean="0">
                <a:solidFill>
                  <a:srgbClr val="A6AAC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6C80A5"/>
                </a:solidFill>
              </a:rPr>
              <a:t>Information Security Level 2 – Sensitive</a:t>
            </a:r>
            <a:br>
              <a:rPr lang="en-US" dirty="0">
                <a:solidFill>
                  <a:srgbClr val="6C80A5"/>
                </a:solidFill>
              </a:rPr>
            </a:br>
            <a:r>
              <a:rPr lang="en-US" dirty="0">
                <a:solidFill>
                  <a:srgbClr val="6C80A5"/>
                </a:solidFill>
              </a:rPr>
              <a:t>© 2017 – Proprietary &amp; Confidential Information of Amdocs</a:t>
            </a:r>
          </a:p>
        </p:txBody>
      </p:sp>
      <p:sp>
        <p:nvSpPr>
          <p:cNvPr id="6" name="Footer Placeholder 3"/>
          <p:cNvSpPr txBox="1">
            <a:spLocks/>
          </p:cNvSpPr>
          <p:nvPr userDrawn="1"/>
        </p:nvSpPr>
        <p:spPr>
          <a:xfrm>
            <a:off x="548640" y="6347385"/>
            <a:ext cx="62989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700" kern="1200" smtClean="0">
                <a:solidFill>
                  <a:srgbClr val="A6AAC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C81157-9992-4BD3-B8A9-14B1E5882052}" type="slidenum">
              <a:rPr lang="en-US" sz="1200" smtClean="0">
                <a:solidFill>
                  <a:srgbClr val="6C80A5"/>
                </a:solidFill>
              </a:rPr>
              <a:t>‹#›</a:t>
            </a:fld>
            <a:endParaRPr lang="en-US" sz="1200" dirty="0">
              <a:solidFill>
                <a:srgbClr val="6C80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60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8" r:id="rId2"/>
    <p:sldLayoutId id="2147483679" r:id="rId3"/>
    <p:sldLayoutId id="2147483660" r:id="rId4"/>
    <p:sldLayoutId id="2147483680" r:id="rId5"/>
    <p:sldLayoutId id="2147483673" r:id="rId6"/>
    <p:sldLayoutId id="2147483661" r:id="rId7"/>
    <p:sldLayoutId id="2147483665" r:id="rId8"/>
    <p:sldLayoutId id="2147483654" r:id="rId9"/>
    <p:sldLayoutId id="2147483677" r:id="rId10"/>
    <p:sldLayoutId id="2147483655" r:id="rId11"/>
    <p:sldLayoutId id="2147483674" r:id="rId12"/>
    <p:sldLayoutId id="2147483676" r:id="rId13"/>
    <p:sldLayoutId id="2147483681" r:id="rId14"/>
    <p:sldLayoutId id="2147483672" r:id="rId15"/>
    <p:sldLayoutId id="2147483668" r:id="rId16"/>
    <p:sldLayoutId id="2147483669" r:id="rId17"/>
    <p:sldLayoutId id="2147483671" r:id="rId18"/>
    <p:sldLayoutId id="2147483667" r:id="rId19"/>
    <p:sldLayoutId id="2147483675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4163" indent="-284163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17525" indent="-233363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741363" indent="-223838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173038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087438" indent="-173038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960" userDrawn="1">
          <p15:clr>
            <a:srgbClr val="F26B43"/>
          </p15:clr>
        </p15:guide>
        <p15:guide id="3" orient="horz" pos="345" userDrawn="1">
          <p15:clr>
            <a:srgbClr val="F26B43"/>
          </p15:clr>
        </p15:guide>
        <p15:guide id="4" pos="336" userDrawn="1">
          <p15:clr>
            <a:srgbClr val="F26B43"/>
          </p15:clr>
        </p15:guide>
        <p15:guide id="5" pos="7334" userDrawn="1">
          <p15:clr>
            <a:srgbClr val="F26B43"/>
          </p15:clr>
        </p15:guide>
        <p15:guide id="6" orient="horz" pos="1192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  <p15:guide id="9" orient="horz" pos="1420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3" orient="horz" pos="63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Amily status and next steps Jan 14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951668"/>
              </p:ext>
            </p:extLst>
          </p:nvPr>
        </p:nvGraphicFramePr>
        <p:xfrm>
          <a:off x="546517" y="1637515"/>
          <a:ext cx="11228832" cy="480724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60320"/>
                <a:gridCol w="722376"/>
                <a:gridCol w="722376"/>
                <a:gridCol w="722376"/>
                <a:gridCol w="722376"/>
                <a:gridCol w="722376"/>
                <a:gridCol w="722376"/>
                <a:gridCol w="722376"/>
                <a:gridCol w="722376"/>
                <a:gridCol w="722376"/>
                <a:gridCol w="722376"/>
                <a:gridCol w="722376"/>
                <a:gridCol w="722376"/>
              </a:tblGrid>
              <a:tr h="495262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Q2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Q3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Q4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95262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Oct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Nov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Dec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Jan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Feb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Mar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Apr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May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Jun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Jul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Aug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Sep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1807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Accounts onboarding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8072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Accounts expanding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Progress per account is measured on the dashboard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Up to 6 flows total per month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R&amp;D</a:t>
                      </a:r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Additional R&amp;D</a:t>
                      </a:r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Flowchart: Decision 10"/>
          <p:cNvSpPr/>
          <p:nvPr/>
        </p:nvSpPr>
        <p:spPr>
          <a:xfrm>
            <a:off x="6889771" y="2790861"/>
            <a:ext cx="188258" cy="296930"/>
          </a:xfrm>
          <a:prstGeom prst="flowChartDecisi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12" name="Flowchart: Decision 11"/>
          <p:cNvSpPr/>
          <p:nvPr/>
        </p:nvSpPr>
        <p:spPr>
          <a:xfrm>
            <a:off x="4317438" y="2811750"/>
            <a:ext cx="188258" cy="296930"/>
          </a:xfrm>
          <a:prstGeom prst="flowChartDecisi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13" name="Flowchart: Decision 12"/>
          <p:cNvSpPr/>
          <p:nvPr/>
        </p:nvSpPr>
        <p:spPr>
          <a:xfrm>
            <a:off x="5198431" y="2810659"/>
            <a:ext cx="188258" cy="296930"/>
          </a:xfrm>
          <a:prstGeom prst="flowChartDecisi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14" name="Flowchart: Decision 13"/>
          <p:cNvSpPr/>
          <p:nvPr/>
        </p:nvSpPr>
        <p:spPr>
          <a:xfrm>
            <a:off x="6300938" y="2800068"/>
            <a:ext cx="188258" cy="296930"/>
          </a:xfrm>
          <a:prstGeom prst="flowChartDecisi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15" name="Flowchart: Decision 14"/>
          <p:cNvSpPr/>
          <p:nvPr/>
        </p:nvSpPr>
        <p:spPr>
          <a:xfrm>
            <a:off x="7446429" y="2800068"/>
            <a:ext cx="188258" cy="296930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16" name="Flowchart: Decision 15"/>
          <p:cNvSpPr/>
          <p:nvPr/>
        </p:nvSpPr>
        <p:spPr>
          <a:xfrm>
            <a:off x="7799956" y="2800068"/>
            <a:ext cx="188258" cy="296930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17" name="Flowchart: Decision 16"/>
          <p:cNvSpPr/>
          <p:nvPr/>
        </p:nvSpPr>
        <p:spPr>
          <a:xfrm>
            <a:off x="8530579" y="2800068"/>
            <a:ext cx="188258" cy="296930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18" name="Flowchart: Decision 17"/>
          <p:cNvSpPr/>
          <p:nvPr/>
        </p:nvSpPr>
        <p:spPr>
          <a:xfrm>
            <a:off x="9261202" y="2800068"/>
            <a:ext cx="188258" cy="296930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19" name="Flowchart: Decision 18"/>
          <p:cNvSpPr/>
          <p:nvPr/>
        </p:nvSpPr>
        <p:spPr>
          <a:xfrm>
            <a:off x="9991827" y="2800068"/>
            <a:ext cx="188258" cy="296930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20" name="TextBox 19"/>
          <p:cNvSpPr txBox="1"/>
          <p:nvPr/>
        </p:nvSpPr>
        <p:spPr>
          <a:xfrm>
            <a:off x="5948191" y="3135584"/>
            <a:ext cx="9621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 err="1" smtClean="0">
                <a:solidFill>
                  <a:schemeClr val="tx2"/>
                </a:solidFill>
              </a:rPr>
              <a:t>Tef</a:t>
            </a:r>
            <a:r>
              <a:rPr lang="en-US" sz="1050" dirty="0" smtClean="0">
                <a:solidFill>
                  <a:schemeClr val="tx2"/>
                </a:solidFill>
              </a:rPr>
              <a:t> </a:t>
            </a:r>
            <a:r>
              <a:rPr lang="en-US" sz="1050" dirty="0" err="1" smtClean="0">
                <a:solidFill>
                  <a:schemeClr val="tx2"/>
                </a:solidFill>
              </a:rPr>
              <a:t>Arg</a:t>
            </a:r>
            <a:r>
              <a:rPr lang="en-US" sz="1050" dirty="0" smtClean="0">
                <a:solidFill>
                  <a:schemeClr val="tx2"/>
                </a:solidFill>
              </a:rPr>
              <a:t> 2/26</a:t>
            </a:r>
            <a:br>
              <a:rPr lang="en-US" sz="1050" dirty="0" smtClean="0">
                <a:solidFill>
                  <a:schemeClr val="tx2"/>
                </a:solidFill>
              </a:rPr>
            </a:br>
            <a:r>
              <a:rPr lang="en-US" sz="1050" dirty="0" smtClean="0">
                <a:solidFill>
                  <a:schemeClr val="tx2"/>
                </a:solidFill>
              </a:rPr>
              <a:t>(Spanish)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9641" y="3135584"/>
            <a:ext cx="5581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USCC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7267" y="3161615"/>
            <a:ext cx="8915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BCAN 3/19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266" y="2403975"/>
            <a:ext cx="9342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VIL19 (tokenized)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3970" y="3135584"/>
            <a:ext cx="65755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Airtel</a:t>
            </a:r>
            <a:br>
              <a:rPr lang="en-US" sz="1050" dirty="0" smtClean="0">
                <a:solidFill>
                  <a:schemeClr val="tx2"/>
                </a:solidFill>
              </a:rPr>
            </a:br>
            <a:r>
              <a:rPr lang="en-US" sz="1050" dirty="0" smtClean="0">
                <a:solidFill>
                  <a:schemeClr val="tx2"/>
                </a:solidFill>
              </a:rPr>
              <a:t>(Large)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1061" y="3135584"/>
            <a:ext cx="5100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 err="1" smtClean="0">
                <a:solidFill>
                  <a:schemeClr val="tx2"/>
                </a:solidFill>
              </a:rPr>
              <a:t>Astro</a:t>
            </a:r>
            <a:endParaRPr lang="en-US" sz="1050" dirty="0" smtClean="0">
              <a:solidFill>
                <a:schemeClr val="tx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62846" y="3135584"/>
            <a:ext cx="8082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 err="1" smtClean="0">
                <a:solidFill>
                  <a:schemeClr val="tx2"/>
                </a:solidFill>
              </a:rPr>
              <a:t>Telkomsel</a:t>
            </a:r>
            <a:endParaRPr lang="en-US" sz="1050" dirty="0" smtClean="0">
              <a:solidFill>
                <a:schemeClr val="tx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92274" y="3135584"/>
            <a:ext cx="7505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TEF Chile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57064" y="2879901"/>
            <a:ext cx="11957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Redevelop first 8 accounts</a:t>
            </a:r>
          </a:p>
        </p:txBody>
      </p:sp>
      <p:sp>
        <p:nvSpPr>
          <p:cNvPr id="73" name="Flowchart: Decision 72"/>
          <p:cNvSpPr/>
          <p:nvPr/>
        </p:nvSpPr>
        <p:spPr>
          <a:xfrm>
            <a:off x="5324629" y="4767823"/>
            <a:ext cx="188258" cy="296930"/>
          </a:xfrm>
          <a:prstGeom prst="flowChartDecisi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74" name="TextBox 73"/>
          <p:cNvSpPr txBox="1"/>
          <p:nvPr/>
        </p:nvSpPr>
        <p:spPr>
          <a:xfrm>
            <a:off x="5159540" y="4550743"/>
            <a:ext cx="6783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Spanish</a:t>
            </a:r>
          </a:p>
        </p:txBody>
      </p:sp>
      <p:sp>
        <p:nvSpPr>
          <p:cNvPr id="75" name="Flowchart: Decision 74"/>
          <p:cNvSpPr/>
          <p:nvPr/>
        </p:nvSpPr>
        <p:spPr>
          <a:xfrm>
            <a:off x="4232285" y="4767823"/>
            <a:ext cx="188258" cy="296930"/>
          </a:xfrm>
          <a:prstGeom prst="flowChartDecisi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76" name="TextBox 75"/>
          <p:cNvSpPr txBox="1"/>
          <p:nvPr/>
        </p:nvSpPr>
        <p:spPr>
          <a:xfrm>
            <a:off x="3941325" y="5071734"/>
            <a:ext cx="67233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Not Issue</a:t>
            </a:r>
          </a:p>
        </p:txBody>
      </p:sp>
      <p:sp>
        <p:nvSpPr>
          <p:cNvPr id="77" name="Flowchart: Decision 76"/>
          <p:cNvSpPr/>
          <p:nvPr/>
        </p:nvSpPr>
        <p:spPr>
          <a:xfrm>
            <a:off x="5870800" y="4767823"/>
            <a:ext cx="188258" cy="296930"/>
          </a:xfrm>
          <a:prstGeom prst="flowChartDecisi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78" name="TextBox 77"/>
          <p:cNvSpPr txBox="1"/>
          <p:nvPr/>
        </p:nvSpPr>
        <p:spPr>
          <a:xfrm>
            <a:off x="5572233" y="5071734"/>
            <a:ext cx="751909" cy="261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Tokenize</a:t>
            </a:r>
          </a:p>
        </p:txBody>
      </p:sp>
      <p:sp>
        <p:nvSpPr>
          <p:cNvPr id="81" name="Flowchart: Decision 80"/>
          <p:cNvSpPr/>
          <p:nvPr/>
        </p:nvSpPr>
        <p:spPr>
          <a:xfrm>
            <a:off x="6669409" y="5753348"/>
            <a:ext cx="188258" cy="296930"/>
          </a:xfrm>
          <a:prstGeom prst="flowChartDecisi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83" name="Flowchart: Decision 82"/>
          <p:cNvSpPr/>
          <p:nvPr/>
        </p:nvSpPr>
        <p:spPr>
          <a:xfrm>
            <a:off x="10044807" y="4767823"/>
            <a:ext cx="188258" cy="296930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84" name="TextBox 83"/>
          <p:cNvSpPr txBox="1"/>
          <p:nvPr/>
        </p:nvSpPr>
        <p:spPr>
          <a:xfrm>
            <a:off x="9797020" y="5071734"/>
            <a:ext cx="6922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Ticket priority</a:t>
            </a:r>
          </a:p>
        </p:txBody>
      </p:sp>
      <p:sp>
        <p:nvSpPr>
          <p:cNvPr id="85" name="Flowchart: Decision 84"/>
          <p:cNvSpPr/>
          <p:nvPr/>
        </p:nvSpPr>
        <p:spPr>
          <a:xfrm>
            <a:off x="8557332" y="4760867"/>
            <a:ext cx="188258" cy="296930"/>
          </a:xfrm>
          <a:prstGeom prst="flowChartDecisi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86" name="TextBox 85"/>
          <p:cNvSpPr txBox="1"/>
          <p:nvPr/>
        </p:nvSpPr>
        <p:spPr>
          <a:xfrm>
            <a:off x="8203279" y="5071734"/>
            <a:ext cx="146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Minimal labeling/ Self-service</a:t>
            </a:r>
          </a:p>
        </p:txBody>
      </p:sp>
      <p:sp>
        <p:nvSpPr>
          <p:cNvPr id="64" name="Flowchart: Decision 63"/>
          <p:cNvSpPr/>
          <p:nvPr/>
        </p:nvSpPr>
        <p:spPr>
          <a:xfrm>
            <a:off x="8557332" y="5753348"/>
            <a:ext cx="188258" cy="296930"/>
          </a:xfrm>
          <a:prstGeom prst="flowChartDecisi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72" name="Flowchart: Decision 71"/>
          <p:cNvSpPr/>
          <p:nvPr/>
        </p:nvSpPr>
        <p:spPr>
          <a:xfrm>
            <a:off x="10789688" y="4767823"/>
            <a:ext cx="188258" cy="296930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87" name="TextBox 86"/>
          <p:cNvSpPr txBox="1"/>
          <p:nvPr/>
        </p:nvSpPr>
        <p:spPr>
          <a:xfrm>
            <a:off x="10442799" y="5093089"/>
            <a:ext cx="11953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>
                <a:solidFill>
                  <a:schemeClr val="tx2"/>
                </a:solidFill>
              </a:rPr>
              <a:t>Reexamine Amily basic code: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solidFill>
                  <a:schemeClr val="tx2"/>
                </a:solidFill>
              </a:rPr>
              <a:t>One vs many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solidFill>
                  <a:schemeClr val="tx2"/>
                </a:solidFill>
              </a:rPr>
              <a:t>Word </a:t>
            </a:r>
            <a:r>
              <a:rPr lang="en-US" sz="1050" dirty="0">
                <a:solidFill>
                  <a:schemeClr val="tx2"/>
                </a:solidFill>
              </a:rPr>
              <a:t>embedding; </a:t>
            </a:r>
            <a:r>
              <a:rPr lang="en-US" sz="1050" dirty="0" smtClean="0">
                <a:solidFill>
                  <a:schemeClr val="tx2"/>
                </a:solidFill>
              </a:rPr>
              <a:t>CNN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88" name="Flowchart: Decision 87"/>
          <p:cNvSpPr/>
          <p:nvPr/>
        </p:nvSpPr>
        <p:spPr>
          <a:xfrm>
            <a:off x="4778457" y="4767823"/>
            <a:ext cx="188258" cy="296930"/>
          </a:xfrm>
          <a:prstGeom prst="flowChartDecisi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89" name="TextBox 88"/>
          <p:cNvSpPr txBox="1"/>
          <p:nvPr/>
        </p:nvSpPr>
        <p:spPr>
          <a:xfrm>
            <a:off x="4501615" y="5076422"/>
            <a:ext cx="95009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Collect user inputs data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11681" y="3135584"/>
            <a:ext cx="10214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VIVO</a:t>
            </a:r>
            <a:br>
              <a:rPr lang="en-US" sz="1050" dirty="0" smtClean="0">
                <a:solidFill>
                  <a:schemeClr val="tx2"/>
                </a:solidFill>
              </a:rPr>
            </a:br>
            <a:r>
              <a:rPr lang="en-US" sz="1050" dirty="0" smtClean="0">
                <a:solidFill>
                  <a:schemeClr val="tx2"/>
                </a:solidFill>
              </a:rPr>
              <a:t>(Portuguese)</a:t>
            </a:r>
          </a:p>
        </p:txBody>
      </p:sp>
      <p:sp>
        <p:nvSpPr>
          <p:cNvPr id="90" name="Flowchart: Decision 89"/>
          <p:cNvSpPr/>
          <p:nvPr/>
        </p:nvSpPr>
        <p:spPr>
          <a:xfrm>
            <a:off x="7810167" y="4767823"/>
            <a:ext cx="188258" cy="296930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91" name="TextBox 90"/>
          <p:cNvSpPr txBox="1"/>
          <p:nvPr/>
        </p:nvSpPr>
        <p:spPr>
          <a:xfrm>
            <a:off x="7423771" y="5071734"/>
            <a:ext cx="9727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Semi automation</a:t>
            </a:r>
          </a:p>
        </p:txBody>
      </p:sp>
      <p:sp>
        <p:nvSpPr>
          <p:cNvPr id="92" name="Flowchart: Decision 91"/>
          <p:cNvSpPr/>
          <p:nvPr/>
        </p:nvSpPr>
        <p:spPr>
          <a:xfrm>
            <a:off x="11268171" y="4773505"/>
            <a:ext cx="188258" cy="296930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93" name="TextBox 92"/>
          <p:cNvSpPr txBox="1"/>
          <p:nvPr/>
        </p:nvSpPr>
        <p:spPr>
          <a:xfrm>
            <a:off x="10853301" y="4426128"/>
            <a:ext cx="9220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Portuguese</a:t>
            </a:r>
          </a:p>
        </p:txBody>
      </p:sp>
      <p:sp>
        <p:nvSpPr>
          <p:cNvPr id="94" name="Flowchart: Decision 93"/>
          <p:cNvSpPr/>
          <p:nvPr/>
        </p:nvSpPr>
        <p:spPr>
          <a:xfrm>
            <a:off x="6736714" y="2790861"/>
            <a:ext cx="188258" cy="296930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95" name="TextBox 94"/>
          <p:cNvSpPr txBox="1"/>
          <p:nvPr/>
        </p:nvSpPr>
        <p:spPr>
          <a:xfrm>
            <a:off x="6362834" y="2394768"/>
            <a:ext cx="7240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Metro (Large)</a:t>
            </a:r>
          </a:p>
        </p:txBody>
      </p:sp>
      <p:sp>
        <p:nvSpPr>
          <p:cNvPr id="96" name="Flowchart: Decision 95"/>
          <p:cNvSpPr/>
          <p:nvPr/>
        </p:nvSpPr>
        <p:spPr>
          <a:xfrm>
            <a:off x="3139941" y="4767823"/>
            <a:ext cx="188258" cy="296930"/>
          </a:xfrm>
          <a:prstGeom prst="flowChartDecisi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97" name="TextBox 96"/>
          <p:cNvSpPr txBox="1"/>
          <p:nvPr/>
        </p:nvSpPr>
        <p:spPr>
          <a:xfrm>
            <a:off x="2912394" y="5071734"/>
            <a:ext cx="6433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Missing info</a:t>
            </a:r>
          </a:p>
        </p:txBody>
      </p:sp>
      <p:sp>
        <p:nvSpPr>
          <p:cNvPr id="98" name="Flowchart: Decision 97"/>
          <p:cNvSpPr/>
          <p:nvPr/>
        </p:nvSpPr>
        <p:spPr>
          <a:xfrm>
            <a:off x="3686113" y="4767823"/>
            <a:ext cx="188258" cy="296930"/>
          </a:xfrm>
          <a:prstGeom prst="flowChartDecisi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99" name="TextBox 98"/>
          <p:cNvSpPr txBox="1"/>
          <p:nvPr/>
        </p:nvSpPr>
        <p:spPr>
          <a:xfrm>
            <a:off x="3463019" y="5071734"/>
            <a:ext cx="60489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Auto triage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739862" y="3314642"/>
            <a:ext cx="67801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>
                <a:solidFill>
                  <a:schemeClr val="tx2"/>
                </a:solidFill>
              </a:rPr>
              <a:t>Nov </a:t>
            </a:r>
            <a:r>
              <a:rPr lang="en-US" sz="500" dirty="0" smtClean="0">
                <a:solidFill>
                  <a:schemeClr val="tx2"/>
                </a:solidFill>
              </a:rPr>
              <a:t>23: </a:t>
            </a:r>
            <a:r>
              <a:rPr lang="en-US" sz="500" dirty="0">
                <a:solidFill>
                  <a:schemeClr val="tx2"/>
                </a:solidFill>
              </a:rPr>
              <a:t>Go live, </a:t>
            </a:r>
            <a:r>
              <a:rPr lang="en-US" sz="500" dirty="0" smtClean="0">
                <a:solidFill>
                  <a:schemeClr val="tx2"/>
                </a:solidFill>
              </a:rPr>
              <a:t>one flow.</a:t>
            </a:r>
          </a:p>
          <a:p>
            <a:pPr algn="ctr"/>
            <a:r>
              <a:rPr lang="en-US" sz="500" dirty="0" smtClean="0">
                <a:solidFill>
                  <a:schemeClr val="tx2"/>
                </a:solidFill>
              </a:rPr>
              <a:t>Dec 13: Additional scope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00465" y="3313149"/>
            <a:ext cx="9507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 smtClean="0">
                <a:solidFill>
                  <a:srgbClr val="FF0000"/>
                </a:solidFill>
              </a:rPr>
              <a:t>Flow is ready. UTS and </a:t>
            </a:r>
            <a:r>
              <a:rPr lang="en-US" sz="700" dirty="0" err="1" smtClean="0">
                <a:solidFill>
                  <a:srgbClr val="FF0000"/>
                </a:solidFill>
              </a:rPr>
              <a:t>Krrish</a:t>
            </a:r>
            <a:r>
              <a:rPr lang="en-US" sz="700" dirty="0" smtClean="0">
                <a:solidFill>
                  <a:srgbClr val="FF0000"/>
                </a:solidFill>
              </a:rPr>
              <a:t> are deferred to Feb</a:t>
            </a:r>
          </a:p>
        </p:txBody>
      </p:sp>
      <p:sp>
        <p:nvSpPr>
          <p:cNvPr id="104" name="Flowchart: Decision 103"/>
          <p:cNvSpPr/>
          <p:nvPr/>
        </p:nvSpPr>
        <p:spPr>
          <a:xfrm>
            <a:off x="4816793" y="5739290"/>
            <a:ext cx="188258" cy="296930"/>
          </a:xfrm>
          <a:prstGeom prst="flowChartDecisi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105" name="TextBox 104"/>
          <p:cNvSpPr txBox="1"/>
          <p:nvPr/>
        </p:nvSpPr>
        <p:spPr>
          <a:xfrm>
            <a:off x="4417874" y="6043201"/>
            <a:ext cx="9725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Improve clustering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82503" y="6057259"/>
            <a:ext cx="7799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2"/>
                </a:solidFill>
              </a:rPr>
              <a:t>OCR </a:t>
            </a:r>
            <a:r>
              <a:rPr lang="en-US" sz="1050" dirty="0" smtClean="0">
                <a:solidFill>
                  <a:schemeClr val="tx2"/>
                </a:solidFill>
              </a:rPr>
              <a:t>parsing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8151773" y="6057259"/>
            <a:ext cx="10171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2"/>
                </a:solidFill>
              </a:rPr>
              <a:t>OCR </a:t>
            </a:r>
            <a:r>
              <a:rPr lang="en-US" sz="1050" dirty="0" smtClean="0">
                <a:solidFill>
                  <a:schemeClr val="tx2"/>
                </a:solidFill>
              </a:rPr>
              <a:t>classification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108" name="Flowchart: Decision 107"/>
          <p:cNvSpPr/>
          <p:nvPr/>
        </p:nvSpPr>
        <p:spPr>
          <a:xfrm>
            <a:off x="5511745" y="5753348"/>
            <a:ext cx="188258" cy="296930"/>
          </a:xfrm>
          <a:prstGeom prst="flowChartDecisi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109" name="TextBox 108"/>
          <p:cNvSpPr txBox="1"/>
          <p:nvPr/>
        </p:nvSpPr>
        <p:spPr>
          <a:xfrm>
            <a:off x="5242640" y="6057259"/>
            <a:ext cx="10058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Hierarchical classification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97904" y="3501525"/>
            <a:ext cx="12626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>
                <a:solidFill>
                  <a:schemeClr val="tx2"/>
                </a:solidFill>
              </a:rPr>
              <a:t>Most labeling and classification is done</a:t>
            </a:r>
          </a:p>
        </p:txBody>
      </p:sp>
      <p:sp>
        <p:nvSpPr>
          <p:cNvPr id="67" name="Flowchart: Decision 66"/>
          <p:cNvSpPr/>
          <p:nvPr/>
        </p:nvSpPr>
        <p:spPr>
          <a:xfrm>
            <a:off x="3686113" y="5745892"/>
            <a:ext cx="188258" cy="296930"/>
          </a:xfrm>
          <a:prstGeom prst="flowChartDecisi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69" name="TextBox 68"/>
          <p:cNvSpPr txBox="1"/>
          <p:nvPr/>
        </p:nvSpPr>
        <p:spPr>
          <a:xfrm>
            <a:off x="2853322" y="6049803"/>
            <a:ext cx="12145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RF interoperability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47269" y="5254251"/>
            <a:ext cx="701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>
                <a:solidFill>
                  <a:schemeClr val="tx2"/>
                </a:solidFill>
              </a:rPr>
              <a:t>Nov 26: </a:t>
            </a:r>
            <a:r>
              <a:rPr lang="en-US" sz="800" dirty="0" err="1" smtClean="0">
                <a:solidFill>
                  <a:schemeClr val="tx2"/>
                </a:solidFill>
              </a:rPr>
              <a:t>Env</a:t>
            </a:r>
            <a:r>
              <a:rPr lang="en-US" sz="800" dirty="0" smtClean="0">
                <a:solidFill>
                  <a:schemeClr val="tx2"/>
                </a:solidFill>
              </a:rPr>
              <a:t>. Is up</a:t>
            </a:r>
          </a:p>
        </p:txBody>
      </p:sp>
      <p:sp>
        <p:nvSpPr>
          <p:cNvPr id="71" name="Flowchart: Decision 70"/>
          <p:cNvSpPr/>
          <p:nvPr/>
        </p:nvSpPr>
        <p:spPr>
          <a:xfrm>
            <a:off x="7365374" y="5739290"/>
            <a:ext cx="188258" cy="296930"/>
          </a:xfrm>
          <a:prstGeom prst="flowChartDecisi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79" name="TextBox 78"/>
          <p:cNvSpPr txBox="1"/>
          <p:nvPr/>
        </p:nvSpPr>
        <p:spPr>
          <a:xfrm>
            <a:off x="7008326" y="6043201"/>
            <a:ext cx="9725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Improve parsing</a:t>
            </a:r>
          </a:p>
        </p:txBody>
      </p:sp>
      <p:sp>
        <p:nvSpPr>
          <p:cNvPr id="63" name="Flowchart: Decision 62"/>
          <p:cNvSpPr/>
          <p:nvPr/>
        </p:nvSpPr>
        <p:spPr>
          <a:xfrm>
            <a:off x="6957483" y="4767823"/>
            <a:ext cx="188258" cy="296930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  <p:sp>
        <p:nvSpPr>
          <p:cNvPr id="65" name="TextBox 64"/>
          <p:cNvSpPr txBox="1"/>
          <p:nvPr/>
        </p:nvSpPr>
        <p:spPr>
          <a:xfrm>
            <a:off x="6571087" y="5071734"/>
            <a:ext cx="9727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solidFill>
                  <a:schemeClr val="tx2"/>
                </a:solidFill>
              </a:rPr>
              <a:t>Portuguese</a:t>
            </a:r>
            <a:endParaRPr lang="en-US" sz="105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60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-05194 Amdocs XDC Light PPT Template">
  <a:themeElements>
    <a:clrScheme name="Amdocs 2017">
      <a:dk1>
        <a:srgbClr val="000000"/>
      </a:dk1>
      <a:lt1>
        <a:sysClr val="window" lastClr="FFFFFF"/>
      </a:lt1>
      <a:dk2>
        <a:srgbClr val="302E45"/>
      </a:dk2>
      <a:lt2>
        <a:srgbClr val="DFE1DF"/>
      </a:lt2>
      <a:accent1>
        <a:srgbClr val="FDB515"/>
      </a:accent1>
      <a:accent2>
        <a:srgbClr val="F2665F"/>
      </a:accent2>
      <a:accent3>
        <a:srgbClr val="EC008C"/>
      </a:accent3>
      <a:accent4>
        <a:srgbClr val="302E45"/>
      </a:accent4>
      <a:accent5>
        <a:srgbClr val="626469"/>
      </a:accent5>
      <a:accent6>
        <a:srgbClr val="D9D9D6"/>
      </a:accent6>
      <a:hlink>
        <a:srgbClr val="FDB515"/>
      </a:hlink>
      <a:folHlink>
        <a:srgbClr val="EC008C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4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light template.pptx" id="{D5820F07-0441-4841-AA5A-5141EF01B342}" vid="{C95A50A4-9DAD-43CC-BFFB-01FA3BB9FD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2017 light template</Template>
  <TotalTime>31020</TotalTime>
  <Words>153</Words>
  <Application>Microsoft Office PowerPoint</Application>
  <PresentationFormat>Widescreen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</vt:lpstr>
      <vt:lpstr>4-05194 Amdocs XDC Light PPT Template</vt:lpstr>
      <vt:lpstr>Amily status and next steps Jan 14</vt:lpstr>
    </vt:vector>
  </TitlesOfParts>
  <Company>Amdocs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Amily - Intelligent Ticket Resolution PoC</dc:title>
  <dc:subject>&lt;Speech title here&gt;</dc:subject>
  <dc:creator>Uri Weissler</dc:creator>
  <cp:keywords>Amdocs</cp:keywords>
  <cp:lastModifiedBy>Gilli Shama</cp:lastModifiedBy>
  <cp:revision>422</cp:revision>
  <dcterms:created xsi:type="dcterms:W3CDTF">2017-03-09T08:21:05Z</dcterms:created>
  <dcterms:modified xsi:type="dcterms:W3CDTF">2018-01-24T16:47:15Z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ecurityLevel">
    <vt:lpwstr>Level 2 – Sensitive</vt:lpwstr>
  </property>
  <property fmtid="{D5CDD505-2E9C-101B-9397-08002B2CF9AE}" pid="3" name="Updated">
    <vt:bool>true</vt:bool>
  </property>
</Properties>
</file>